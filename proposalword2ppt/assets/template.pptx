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tags/tag1.xml" ContentType="application/vnd.openxmlformats-officedocument.presentationml.tags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18"/>
  </p:notesMasterIdLst>
  <p:handoutMasterIdLst>
    <p:handoutMasterId r:id="rId19"/>
  </p:handoutMasterIdLst>
  <p:sldIdLst>
    <p:sldId id="485" r:id="rId2"/>
    <p:sldId id="486" r:id="rId3"/>
    <p:sldId id="493" r:id="rId4"/>
    <p:sldId id="494" r:id="rId5"/>
    <p:sldId id="495" r:id="rId6"/>
    <p:sldId id="496" r:id="rId7"/>
    <p:sldId id="497" r:id="rId8"/>
    <p:sldId id="498" r:id="rId9"/>
    <p:sldId id="499" r:id="rId10"/>
    <p:sldId id="500" r:id="rId11"/>
    <p:sldId id="501" r:id="rId12"/>
    <p:sldId id="502" r:id="rId13"/>
    <p:sldId id="503" r:id="rId14"/>
    <p:sldId id="504" r:id="rId15"/>
    <p:sldId id="505" r:id="rId16"/>
    <p:sldId id="490" r:id="rId17"/>
  </p:sldIdLst>
  <p:sldSz cx="12192000" cy="6858000"/>
  <p:notesSz cx="6858000" cy="9144000"/>
  <p:custDataLst>
    <p:tags r:id="rId20"/>
  </p:custDataLst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0" name="dicp" initials="d" lastIdx="0" clrIdx="0"/>
  <p:cmAuthor id="7" name="1206988966@qq.com" initials="1" lastIdx="1" clrIdx="2"/>
  <p:cmAuthor id="1" name="lenn" initials="l" lastIdx="1" clrIdx="0"/>
  <p:cmAuthor id="8" name="姜伟光" initials="姜" lastIdx="1" clrIdx="0"/>
  <p:cmAuthor id="2" name="jsc4" initials="j" lastIdx="1" clrIdx="1"/>
  <p:cmAuthor id="9" name="李 奇峰" initials="李" lastIdx="1" clrIdx="4"/>
  <p:cmAuthor id="3" name="gshen" initials="g" lastIdx="1" clrIdx="0"/>
  <p:cmAuthor id="10" name="xingkunwang@163.com" initials="x" lastIdx="1" clrIdx="5"/>
  <p:cmAuthor id="4" name="郭 宇" initials="郭" lastIdx="1" clrIdx="1"/>
  <p:cmAuthor id="5" name="李婉君" initials="李" lastIdx="2" clrIdx="3"/>
  <p:cmAuthor id="6" name="ming qiu" initials="m" lastIdx="17" clrIdx="1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loop="1">
    <p:kiosk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B3B4B5"/>
    <a:srgbClr val="1D56A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DDF36319-A508-4645-AF53-40313B4D1187}" v="31" dt="2026-09-13T10:14:35.395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014" autoAdjust="0"/>
    <p:restoredTop sz="71277" autoAdjust="0"/>
  </p:normalViewPr>
  <p:slideViewPr>
    <p:cSldViewPr snapToGrid="0" snapToObjects="1">
      <p:cViewPr varScale="1">
        <p:scale>
          <a:sx n="78" d="100"/>
          <a:sy n="78" d="100"/>
        </p:scale>
        <p:origin x="906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26" Type="http://schemas.microsoft.com/office/2016/11/relationships/changesInfo" Target="changesInfos/changesInfo1.xml"/><Relationship Id="rId3" Type="http://schemas.openxmlformats.org/officeDocument/2006/relationships/slide" Target="slides/slide2.xml"/><Relationship Id="rId21" Type="http://schemas.openxmlformats.org/officeDocument/2006/relationships/commentAuthors" Target="commentAuthor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ags" Target="tags/tag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handoutMaster" Target="handoutMasters/handout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Relationship Id="rId27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竞舸 冯" userId="a06ecd1a2f44597a" providerId="LiveId" clId="{510ADF88-7E13-4B06-963B-7BEC3B27DC5F}"/>
    <pc:docChg chg="undo custSel addSld modSld">
      <pc:chgData name="竞舸 冯" userId="a06ecd1a2f44597a" providerId="LiveId" clId="{510ADF88-7E13-4B06-963B-7BEC3B27DC5F}" dt="2026-09-13T10:14:42.957" v="227" actId="1076"/>
      <pc:docMkLst>
        <pc:docMk/>
      </pc:docMkLst>
      <pc:sldChg chg="addSp modSp mod modNotesTx">
        <pc:chgData name="竞舸 冯" userId="a06ecd1a2f44597a" providerId="LiveId" clId="{510ADF88-7E13-4B06-963B-7BEC3B27DC5F}" dt="2026-09-13T10:14:42.957" v="227" actId="1076"/>
        <pc:sldMkLst>
          <pc:docMk/>
          <pc:sldMk cId="1567672835" sldId="491"/>
        </pc:sldMkLst>
        <pc:spChg chg="add mod">
          <ac:chgData name="竞舸 冯" userId="a06ecd1a2f44597a" providerId="LiveId" clId="{510ADF88-7E13-4B06-963B-7BEC3B27DC5F}" dt="2026-09-13T10:14:09.393" v="223" actId="1076"/>
          <ac:spMkLst>
            <pc:docMk/>
            <pc:sldMk cId="1567672835" sldId="491"/>
            <ac:spMk id="10" creationId="{8BC267AA-0C8F-5C15-FAD0-F43B956A7585}"/>
          </ac:spMkLst>
        </pc:spChg>
        <pc:spChg chg="mod">
          <ac:chgData name="竞舸 冯" userId="a06ecd1a2f44597a" providerId="LiveId" clId="{510ADF88-7E13-4B06-963B-7BEC3B27DC5F}" dt="2026-09-13T10:14:42.957" v="227" actId="1076"/>
          <ac:spMkLst>
            <pc:docMk/>
            <pc:sldMk cId="1567672835" sldId="491"/>
            <ac:spMk id="11" creationId="{69BC64EE-A334-C56A-DBAA-471847118714}"/>
          </ac:spMkLst>
        </pc:spChg>
        <pc:picChg chg="add mod">
          <ac:chgData name="竞舸 冯" userId="a06ecd1a2f44597a" providerId="LiveId" clId="{510ADF88-7E13-4B06-963B-7BEC3B27DC5F}" dt="2026-09-13T10:14:13.598" v="224" actId="1076"/>
          <ac:picMkLst>
            <pc:docMk/>
            <pc:sldMk cId="1567672835" sldId="491"/>
            <ac:picMk id="8" creationId="{7369183C-8B76-FC50-1C73-A6776848D5A3}"/>
          </ac:picMkLst>
        </pc:picChg>
        <pc:picChg chg="add mod">
          <ac:chgData name="竞舸 冯" userId="a06ecd1a2f44597a" providerId="LiveId" clId="{510ADF88-7E13-4B06-963B-7BEC3B27DC5F}" dt="2026-09-13T10:14:13.598" v="224" actId="1076"/>
          <ac:picMkLst>
            <pc:docMk/>
            <pc:sldMk cId="1567672835" sldId="491"/>
            <ac:picMk id="12" creationId="{3F29ACDF-E319-4315-F477-07733CFCBF66}"/>
          </ac:picMkLst>
        </pc:picChg>
        <pc:picChg chg="add mod">
          <ac:chgData name="竞舸 冯" userId="a06ecd1a2f44597a" providerId="LiveId" clId="{510ADF88-7E13-4B06-963B-7BEC3B27DC5F}" dt="2026-09-13T10:14:13.598" v="224" actId="1076"/>
          <ac:picMkLst>
            <pc:docMk/>
            <pc:sldMk cId="1567672835" sldId="491"/>
            <ac:picMk id="13" creationId="{E8D9C850-EFEA-22FB-A661-3267D29B2D81}"/>
          </ac:picMkLst>
        </pc:picChg>
        <pc:picChg chg="add mod">
          <ac:chgData name="竞舸 冯" userId="a06ecd1a2f44597a" providerId="LiveId" clId="{510ADF88-7E13-4B06-963B-7BEC3B27DC5F}" dt="2026-09-13T10:14:13.598" v="224" actId="1076"/>
          <ac:picMkLst>
            <pc:docMk/>
            <pc:sldMk cId="1567672835" sldId="491"/>
            <ac:picMk id="14" creationId="{C97CA4D2-CD0A-B4BE-258C-F1D492792687}"/>
          </ac:picMkLst>
        </pc:picChg>
      </pc:sldChg>
      <pc:sldChg chg="addSp delSp modSp add mod modNotesTx">
        <pc:chgData name="竞舸 冯" userId="a06ecd1a2f44597a" providerId="LiveId" clId="{510ADF88-7E13-4B06-963B-7BEC3B27DC5F}" dt="2026-09-13T10:00:00.359" v="85" actId="20577"/>
        <pc:sldMkLst>
          <pc:docMk/>
          <pc:sldMk cId="1545658644" sldId="492"/>
        </pc:sldMkLst>
        <pc:spChg chg="mod">
          <ac:chgData name="竞舸 冯" userId="a06ecd1a2f44597a" providerId="LiveId" clId="{510ADF88-7E13-4B06-963B-7BEC3B27DC5F}" dt="2026-09-13T09:52:12.169" v="29"/>
          <ac:spMkLst>
            <pc:docMk/>
            <pc:sldMk cId="1545658644" sldId="492"/>
            <ac:spMk id="2" creationId="{9787A4FC-947C-D6FF-940F-E78C6DCA05E0}"/>
          </ac:spMkLst>
        </pc:spChg>
        <pc:spChg chg="mod">
          <ac:chgData name="竞舸 冯" userId="a06ecd1a2f44597a" providerId="LiveId" clId="{510ADF88-7E13-4B06-963B-7BEC3B27DC5F}" dt="2026-09-13T09:58:49.868" v="83" actId="255"/>
          <ac:spMkLst>
            <pc:docMk/>
            <pc:sldMk cId="1545658644" sldId="492"/>
            <ac:spMk id="11" creationId="{7100DDDA-838A-CD49-B723-9F59D6407996}"/>
          </ac:spMkLst>
        </pc:spChg>
        <pc:picChg chg="add mod">
          <ac:chgData name="竞舸 冯" userId="a06ecd1a2f44597a" providerId="LiveId" clId="{510ADF88-7E13-4B06-963B-7BEC3B27DC5F}" dt="2026-09-13T09:58:53.428" v="84" actId="1076"/>
          <ac:picMkLst>
            <pc:docMk/>
            <pc:sldMk cId="1545658644" sldId="492"/>
            <ac:picMk id="3" creationId="{1B54A06E-2203-1B50-27CB-6541BCC6D90F}"/>
          </ac:picMkLst>
        </pc:picChg>
        <pc:picChg chg="del mod">
          <ac:chgData name="竞舸 冯" userId="a06ecd1a2f44597a" providerId="LiveId" clId="{510ADF88-7E13-4B06-963B-7BEC3B27DC5F}" dt="2026-09-13T09:53:06.176" v="32" actId="478"/>
          <ac:picMkLst>
            <pc:docMk/>
            <pc:sldMk cId="1545658644" sldId="492"/>
            <ac:picMk id="8" creationId="{9520B728-25DA-6F9C-BCBB-9789E93DB516}"/>
          </ac:picMkLst>
        </pc:pic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B84EA-7D68-4D60-9CB1-D50884785D1C}" type="datetimeFigureOut">
              <a:rPr lang="zh-CN" altLang="en-US" smtClean="0"/>
              <a:t>2026/10/12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D4E0FC9-F1F8-4FAE-9988-3BA365CFD46F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0D961B3-5C65-0947-B17F-31775C1E2474}" type="datetimeFigureOut">
              <a:rPr kumimoji="1" lang="zh-CN" altLang="en-US" smtClean="0"/>
              <a:t>2026/10/12</a:t>
            </a:fld>
            <a:endParaRPr kumimoji="1"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zh-CN" altLang="en-US"/>
          </a:p>
        </p:txBody>
      </p:sp>
      <p:sp>
        <p:nvSpPr>
          <p:cNvPr id="7" name="幻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C6B12D4-758F-3D40-A381-BAA40B9EB30C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Text Placeholder 2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endParaRPr lang="zh-CN" altLang="en-US" dirty="0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CC4247-09AD-9B2C-6DEE-8B40A2DFD4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3942B7B-7BC2-919D-D2F3-272107AEB10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0B159C8-5ECD-285D-8216-A6EDB7FAA23C}"/>
              </a:ext>
            </a:extLst>
          </p:cNvPr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45787738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B3B30F-B666-F5D5-A229-1E5E6AB41E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558B428-F1AF-5592-246B-9CF04D1C5AA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25905AB-B29C-35E5-4052-259ACDA38EAF}"/>
              </a:ext>
            </a:extLst>
          </p:cNvPr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80477640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AF0266-4B64-71CF-DEA4-F2BE70D7C6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E455CDF-5D30-5176-5BEA-4F56529ACFF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A43F466-2DDC-8F6B-D807-B8D7A7503891}"/>
              </a:ext>
            </a:extLst>
          </p:cNvPr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9734430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B92A26-7777-2206-5338-C5D74EE997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4DFE6C1-40AD-BF8E-B0A7-CFBB399C824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0CC845B-1A5C-A139-9000-EB5A6AC67589}"/>
              </a:ext>
            </a:extLst>
          </p:cNvPr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78014345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C5C969-B387-4FA2-9C2E-654139C8D5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55D05CF-A900-E898-5945-7D240C27841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2C10563-0AF4-4980-E518-46480A624C28}"/>
              </a:ext>
            </a:extLst>
          </p:cNvPr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63664379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4CB69A-AD64-DE16-86DF-8257482B89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2CAB679-BA14-032D-C581-7985FC189EC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484A01E-AC7E-F892-2781-A65A31EC3ACA}"/>
              </a:ext>
            </a:extLst>
          </p:cNvPr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34227772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5918B1-5EA1-13E3-DF78-394B63F70D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B4C4913-D763-66E6-3451-68654E8ACEA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B1B16CE-DB66-94DA-25C5-046AFBA4C831}"/>
              </a:ext>
            </a:extLst>
          </p:cNvPr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30832195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382F54-3B2A-885C-A332-291453A879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7DC41EC-9004-EF49-D1B2-EB4F26E88DB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D3BBF5C-8287-51D3-265E-9110E52F11F8}"/>
              </a:ext>
            </a:extLst>
          </p:cNvPr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81859321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193DE6-1BCB-5A87-73EB-A15F08F4E6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9E4BBE5-A656-F81E-F681-AEF7B4B3E2D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DAA25B7-4C2C-6233-BA7B-C4CCF5E2541F}"/>
              </a:ext>
            </a:extLst>
          </p:cNvPr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35630714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E35092-399E-6377-DB94-AB421625E3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69DB8BF-1606-9640-4166-F3745B29AA9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E649A39-A90A-9544-C178-B8AE6ECF004E}"/>
              </a:ext>
            </a:extLst>
          </p:cNvPr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247129255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EC4508-53B7-3EFD-933F-745044ABDB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210DA41-CB2B-46EC-A081-BF3468800A3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D6F1280-DD94-B62D-43E9-1BADF3689426}"/>
              </a:ext>
            </a:extLst>
          </p:cNvPr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005081343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97733C-17C3-77C1-A0B4-4D56E27931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EA74FE4-44A5-E7C0-40BE-4D948D78062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D98EB3C-ED61-C1AB-13F4-CDAD510519E5}"/>
              </a:ext>
            </a:extLst>
          </p:cNvPr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763330718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B35629-FF35-8DAA-C5A7-D22F748EBC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A00FB7C-4B13-3F4C-D2EA-E6A9D1824B5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37EBA78-DC69-1193-A42B-5101E5EB29B4}"/>
              </a:ext>
            </a:extLst>
          </p:cNvPr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83539516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microsoft.com/office/2007/relationships/hdphoto" Target="../media/hdphoto1.wdp"/></Relationships>
</file>

<file path=ppt/slideLayouts/_rels/slideLayout13.xml.rels><?xml version="1.0" encoding="UTF-8" standalone="yes"?>
<Relationships xmlns="http://schemas.openxmlformats.org/package/2006/relationships"><Relationship Id="rId8" Type="http://schemas.microsoft.com/office/2007/relationships/hdphoto" Target="../media/hdphoto4.wdp"/><Relationship Id="rId13" Type="http://schemas.microsoft.com/office/2007/relationships/hdphoto" Target="../media/hdphoto5.wdp"/><Relationship Id="rId3" Type="http://schemas.microsoft.com/office/2007/relationships/hdphoto" Target="../media/hdphoto2.wdp"/><Relationship Id="rId7" Type="http://schemas.openxmlformats.org/officeDocument/2006/relationships/image" Target="../media/image8.png"/><Relationship Id="rId12" Type="http://schemas.openxmlformats.org/officeDocument/2006/relationships/image" Target="../media/image12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7.png"/><Relationship Id="rId11" Type="http://schemas.openxmlformats.org/officeDocument/2006/relationships/image" Target="../media/image11.png"/><Relationship Id="rId5" Type="http://schemas.microsoft.com/office/2007/relationships/hdphoto" Target="../media/hdphoto3.wdp"/><Relationship Id="rId10" Type="http://schemas.openxmlformats.org/officeDocument/2006/relationships/image" Target="../media/image10.jpeg"/><Relationship Id="rId4" Type="http://schemas.openxmlformats.org/officeDocument/2006/relationships/image" Target="../media/image6.png"/><Relationship Id="rId9" Type="http://schemas.openxmlformats.org/officeDocument/2006/relationships/image" Target="../media/image9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zh-CN" altLang="en-US"/>
              <a:t>单击此处编辑母版副标题样式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5C6EA3-00FB-A44C-ADD6-6E6C4B351AE7}" type="datetimeFigureOut">
              <a:rPr kumimoji="1" lang="zh-CN" altLang="en-US" smtClean="0"/>
              <a:t>2026/10/12</a:t>
            </a:fld>
            <a:endParaRPr kumimoji="1"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幻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5DBB5F-BD8F-BE4C-946A-C709BD5794BF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="">
      <p:transition/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5C6EA3-00FB-A44C-ADD6-6E6C4B351AE7}" type="datetimeFigureOut">
              <a:rPr kumimoji="1" lang="zh-CN" altLang="en-US" smtClean="0"/>
              <a:t>2026/10/12</a:t>
            </a:fld>
            <a:endParaRPr kumimoji="1"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幻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5DBB5F-BD8F-BE4C-946A-C709BD5794BF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="">
      <p:transition/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5C6EA3-00FB-A44C-ADD6-6E6C4B351AE7}" type="datetimeFigureOut">
              <a:rPr kumimoji="1" lang="zh-CN" altLang="en-US" smtClean="0"/>
              <a:t>2026/10/12</a:t>
            </a:fld>
            <a:endParaRPr kumimoji="1"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幻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5DBB5F-BD8F-BE4C-946A-C709BD5794BF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="">
      <p:transition/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项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5C6EA3-00FB-A44C-ADD6-6E6C4B351AE7}" type="datetimeFigureOut">
              <a:rPr kumimoji="1" lang="zh-CN" altLang="en-US" smtClean="0"/>
              <a:t>2026/10/12</a:t>
            </a:fld>
            <a:endParaRPr kumimoji="1"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幻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5DBB5F-BD8F-BE4C-946A-C709BD5794BF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="">
      <p:transition/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5C6EA3-00FB-A44C-ADD6-6E6C4B351AE7}" type="datetimeFigureOut">
              <a:rPr kumimoji="1" lang="zh-CN" altLang="en-US" smtClean="0"/>
              <a:t>2026/10/12</a:t>
            </a:fld>
            <a:endParaRPr kumimoji="1"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9" name="幻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5DBB5F-BD8F-BE4C-946A-C709BD5794BF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="">
      <p:transition/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5C6EA3-00FB-A44C-ADD6-6E6C4B351AE7}" type="datetimeFigureOut">
              <a:rPr kumimoji="1" lang="zh-CN" altLang="en-US" smtClean="0"/>
              <a:t>2026/10/12</a:t>
            </a:fld>
            <a:endParaRPr kumimoji="1"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5" name="幻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5DBB5F-BD8F-BE4C-946A-C709BD5794BF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="">
      <p:transition/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5C6EA3-00FB-A44C-ADD6-6E6C4B351AE7}" type="datetimeFigureOut">
              <a:rPr kumimoji="1" lang="zh-CN" altLang="en-US" smtClean="0"/>
              <a:t>2026/10/12</a:t>
            </a:fld>
            <a:endParaRPr kumimoji="1"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4" name="幻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5DBB5F-BD8F-BE4C-946A-C709BD5794BF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="">
      <p:transition/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5C6EA3-00FB-A44C-ADD6-6E6C4B351AE7}" type="datetimeFigureOut">
              <a:rPr kumimoji="1" lang="zh-CN" altLang="en-US" smtClean="0"/>
              <a:t>2026/10/12</a:t>
            </a:fld>
            <a:endParaRPr kumimoji="1"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幻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5DBB5F-BD8F-BE4C-946A-C709BD5794BF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="">
      <p:transition/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5C6EA3-00FB-A44C-ADD6-6E6C4B351AE7}" type="datetimeFigureOut">
              <a:rPr kumimoji="1" lang="zh-CN" altLang="en-US" smtClean="0"/>
              <a:t>2026/10/12</a:t>
            </a:fld>
            <a:endParaRPr kumimoji="1"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幻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5DBB5F-BD8F-BE4C-946A-C709BD5794BF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="">
      <p:transition/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竖排文本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5C6EA3-00FB-A44C-ADD6-6E6C4B351AE7}" type="datetimeFigureOut">
              <a:rPr kumimoji="1" lang="zh-CN" altLang="en-US" smtClean="0"/>
              <a:t>2026/10/12</a:t>
            </a:fld>
            <a:endParaRPr kumimoji="1"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幻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5DBB5F-BD8F-BE4C-946A-C709BD5794BF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="">
      <p:transition/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和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竖排文本占位符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5C6EA3-00FB-A44C-ADD6-6E6C4B351AE7}" type="datetimeFigureOut">
              <a:rPr kumimoji="1" lang="zh-CN" altLang="en-US" smtClean="0"/>
              <a:t>2026/10/12</a:t>
            </a:fld>
            <a:endParaRPr kumimoji="1"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幻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5DBB5F-BD8F-BE4C-946A-C709BD5794BF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="">
      <p:transition/>
    </mc:Fallback>
  </mc:AlternateConten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0_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/>
          <p:cNvPicPr>
            <a:picLocks noChangeArrowheads="1"/>
          </p:cNvPicPr>
          <p:nvPr/>
        </p:nvPicPr>
        <p:blipFill>
          <a:blip r:embed="rId2">
            <a:duotone>
              <a:schemeClr val="accent1">
                <a:shade val="45000"/>
                <a:satMod val="135000"/>
              </a:schemeClr>
              <a:prstClr val="white"/>
            </a:duotone>
          </a:blip>
          <a:srcRect/>
          <a:stretch>
            <a:fillRect/>
          </a:stretch>
        </p:blipFill>
        <p:spPr bwMode="auto">
          <a:xfrm>
            <a:off x="-7200" y="565175"/>
            <a:ext cx="12204318" cy="6293142"/>
          </a:xfrm>
          <a:prstGeom prst="rect">
            <a:avLst/>
          </a:prstGeom>
          <a:noFill/>
          <a:ln>
            <a:noFill/>
          </a:ln>
        </p:spPr>
      </p:pic>
      <p:pic>
        <p:nvPicPr>
          <p:cNvPr id="16" name="图片 15"/>
          <p:cNvPicPr/>
          <p:nvPr userDrawn="1"/>
        </p:nvPicPr>
        <p:blipFill>
          <a:blip r:embed="rId3" cstate="screen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bright="-20000" contrast="-2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7201" y="-14397"/>
            <a:ext cx="12205907" cy="779754"/>
          </a:xfrm>
          <a:prstGeom prst="rect">
            <a:avLst/>
          </a:prstGeom>
        </p:spPr>
      </p:pic>
      <p:pic>
        <p:nvPicPr>
          <p:cNvPr id="6" name="图片 8"/>
          <p:cNvPicPr>
            <a:picLocks noChangeAspect="1" noChangeArrowheads="1"/>
          </p:cNvPicPr>
          <p:nvPr userDrawn="1"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124291" y="189399"/>
            <a:ext cx="437061" cy="43845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7" name="图片 9"/>
          <p:cNvPicPr>
            <a:picLocks noChangeAspect="1" noChangeArrowheads="1"/>
          </p:cNvPicPr>
          <p:nvPr userDrawn="1"/>
        </p:nvPicPr>
        <p:blipFill>
          <a:blip r:embed="rId6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33371" y="222003"/>
            <a:ext cx="1190853" cy="3762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1" name="TextBox 24"/>
          <p:cNvSpPr txBox="1">
            <a:spLocks noChangeArrowheads="1"/>
          </p:cNvSpPr>
          <p:nvPr userDrawn="1"/>
        </p:nvSpPr>
        <p:spPr bwMode="auto">
          <a:xfrm>
            <a:off x="10060980" y="6524930"/>
            <a:ext cx="2019353" cy="27559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/>
          <a:p>
            <a:pPr algn="r" defTabSz="914400" fontAlgn="base">
              <a:spcBef>
                <a:spcPct val="0"/>
              </a:spcBef>
              <a:spcAft>
                <a:spcPct val="0"/>
              </a:spcAft>
              <a:buFont typeface="Arial" panose="020B0704020202020204" pitchFamily="34" charset="0"/>
              <a:buNone/>
            </a:pPr>
            <a:r>
              <a:rPr lang="en-US" altLang="zh-CN" sz="12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Times New Roman" panose="02020603050405020304" pitchFamily="18" charset="0"/>
                <a:ea typeface="黑体" panose="02010609060101010101" pitchFamily="49" charset="-122"/>
                <a:cs typeface="Times New Roman" panose="02020603050405020304" pitchFamily="18" charset="0"/>
              </a:rPr>
              <a:t>  </a:t>
            </a:r>
            <a:fld id="{A3C46C76-AA87-4FD3-BB14-97458D1D8AD3}" type="slidenum">
              <a:rPr lang="zh-CN" altLang="en-US" sz="12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Times New Roman" panose="02020603050405020304" pitchFamily="18" charset="0"/>
                <a:ea typeface="黑体" panose="02010609060101010101" pitchFamily="49" charset="-122"/>
                <a:cs typeface="Times New Roman" panose="02020603050405020304" pitchFamily="18" charset="0"/>
              </a:rPr>
              <a:t>‹#›</a:t>
            </a:fld>
            <a:r>
              <a:rPr lang="zh-CN" altLang="en-US" sz="12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</a:t>
            </a:r>
            <a:endParaRPr lang="zh-CN" altLang="en-US" sz="1200" b="1" dirty="0">
              <a:solidFill>
                <a:schemeClr val="tx1">
                  <a:lumMod val="85000"/>
                  <a:lumOff val="15000"/>
                </a:schemeClr>
              </a:solidFill>
              <a:latin typeface="Times New Roman" panose="02020603050405020304" pitchFamily="18" charset="0"/>
              <a:ea typeface="Microsoft YaHei" panose="020B0503020204020204" charset="-122"/>
              <a:cs typeface="Times New Roman" panose="02020603050405020304" pitchFamily="18" charset="0"/>
            </a:endParaRPr>
          </a:p>
        </p:txBody>
      </p:sp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334618" y="117404"/>
            <a:ext cx="9650580" cy="546320"/>
          </a:xfrm>
          <a:prstGeom prst="rect">
            <a:avLst/>
          </a:prstGeom>
        </p:spPr>
        <p:txBody>
          <a:bodyPr>
            <a:normAutofit/>
          </a:bodyPr>
          <a:lstStyle>
            <a:lvl1pPr marL="0" algn="l" defTabSz="914400" rtl="0" eaLnBrk="1" latinLnBrk="0" hangingPunct="1">
              <a:lnSpc>
                <a:spcPct val="100000"/>
              </a:lnSpc>
              <a:defRPr lang="zh-CN" altLang="en-US" sz="2800" b="1" kern="1200" dirty="0">
                <a:solidFill>
                  <a:schemeClr val="bg1"/>
                </a:solidFill>
                <a:latin typeface="Times New Roman" panose="02020603050405020304" pitchFamily="18" charset="0"/>
                <a:ea typeface="Microsoft YaHei" panose="020B0503020204020204" charset="-122"/>
                <a:cs typeface="Times New Roman" panose="02020603050405020304" pitchFamily="18" charset="0"/>
              </a:defRPr>
            </a:lvl1pPr>
          </a:lstStyle>
          <a:p>
            <a:r>
              <a:rPr lang="zh-CN" altLang="en-US" noProof="1"/>
              <a:t>单击此处编辑母版标题样式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="">
      <p:transition/>
    </mc:Fallback>
  </mc:AlternateConten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Line 16"/>
          <p:cNvSpPr>
            <a:spLocks noChangeShapeType="1"/>
          </p:cNvSpPr>
          <p:nvPr/>
        </p:nvSpPr>
        <p:spPr bwMode="auto">
          <a:xfrm flipH="1">
            <a:off x="207970" y="1231957"/>
            <a:ext cx="10244405" cy="0"/>
          </a:xfrm>
          <a:prstGeom prst="line">
            <a:avLst/>
          </a:prstGeom>
          <a:noFill/>
          <a:ln w="19050">
            <a:solidFill>
              <a:srgbClr val="184CA0"/>
            </a:solidFill>
            <a:rou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108829" tIns="54414" rIns="108829" bIns="54414"/>
          <a:lstStyle/>
          <a:p>
            <a:pPr fontAlgn="base">
              <a:spcBef>
                <a:spcPct val="0"/>
              </a:spcBef>
              <a:spcAft>
                <a:spcPct val="0"/>
              </a:spcAft>
              <a:buFont typeface="Arial" panose="020B0704020202020204" pitchFamily="34" charset="0"/>
              <a:buNone/>
            </a:pPr>
            <a:endParaRPr lang="zh-CN" altLang="en-US">
              <a:solidFill>
                <a:prstClr val="black"/>
              </a:solidFill>
              <a:latin typeface="Arial" panose="020B0704020202020204" pitchFamily="34" charset="0"/>
            </a:endParaRPr>
          </a:p>
        </p:txBody>
      </p:sp>
      <p:sp>
        <p:nvSpPr>
          <p:cNvPr id="13" name="Line 17"/>
          <p:cNvSpPr>
            <a:spLocks noChangeShapeType="1"/>
          </p:cNvSpPr>
          <p:nvPr/>
        </p:nvSpPr>
        <p:spPr bwMode="auto">
          <a:xfrm>
            <a:off x="207969" y="1268472"/>
            <a:ext cx="5305564" cy="0"/>
          </a:xfrm>
          <a:prstGeom prst="line">
            <a:avLst/>
          </a:prstGeom>
          <a:noFill/>
          <a:ln w="76200">
            <a:solidFill>
              <a:srgbClr val="184CA0"/>
            </a:solidFill>
            <a:rou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lIns="108829" tIns="54414" rIns="108829" bIns="54414"/>
          <a:lstStyle/>
          <a:p>
            <a:pPr fontAlgn="base">
              <a:spcBef>
                <a:spcPct val="0"/>
              </a:spcBef>
              <a:spcAft>
                <a:spcPct val="0"/>
              </a:spcAft>
              <a:buFont typeface="Arial" panose="020B0704020202020204" pitchFamily="34" charset="0"/>
              <a:buNone/>
            </a:pPr>
            <a:endParaRPr lang="zh-CN" altLang="en-US">
              <a:solidFill>
                <a:prstClr val="black"/>
              </a:solidFill>
              <a:latin typeface="Arial" panose="020B0704020202020204" pitchFamily="34" charset="0"/>
            </a:endParaRPr>
          </a:p>
        </p:txBody>
      </p:sp>
      <p:pic>
        <p:nvPicPr>
          <p:cNvPr id="14" name="Picture 2" descr="H:\12-科院图片\科学院标记\高清院徽.jpg"/>
          <p:cNvPicPr>
            <a:picLocks noChangeAspect="1" noChangeArrowheads="1"/>
          </p:cNvPicPr>
          <p:nvPr userDrawn="1"/>
        </p:nvPicPr>
        <p:blipFill>
          <a:blip r:embed="rId2" cstate="screen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harpenSoften amount="25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27541" t="13664" r="23869" b="42468"/>
          <a:stretch>
            <a:fillRect/>
          </a:stretch>
        </p:blipFill>
        <p:spPr bwMode="auto">
          <a:xfrm>
            <a:off x="406638" y="312217"/>
            <a:ext cx="853468" cy="69479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5" name="Picture 2" descr="H:\12-科院图片\科学院标记\高清院徽.jpg"/>
          <p:cNvPicPr>
            <a:picLocks noChangeAspect="1" noChangeArrowheads="1"/>
          </p:cNvPicPr>
          <p:nvPr userDrawn="1"/>
        </p:nvPicPr>
        <p:blipFill>
          <a:blip r:embed="rId4" cstate="screen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sharpenSoften amount="25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13823" t="59952" b="12341"/>
          <a:stretch>
            <a:fillRect/>
          </a:stretch>
        </p:blipFill>
        <p:spPr bwMode="auto">
          <a:xfrm>
            <a:off x="1342888" y="318876"/>
            <a:ext cx="2376635" cy="69023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6" name="Rectangle 12"/>
          <p:cNvSpPr>
            <a:spLocks noChangeArrowheads="1"/>
          </p:cNvSpPr>
          <p:nvPr userDrawn="1"/>
        </p:nvSpPr>
        <p:spPr bwMode="auto">
          <a:xfrm>
            <a:off x="0" y="5364410"/>
            <a:ext cx="12193905" cy="1158660"/>
          </a:xfrm>
          <a:prstGeom prst="rect">
            <a:avLst/>
          </a:prstGeom>
          <a:gradFill rotWithShape="1">
            <a:gsLst>
              <a:gs pos="0">
                <a:schemeClr val="bg1"/>
              </a:gs>
              <a:gs pos="100000">
                <a:srgbClr val="BCD4E2"/>
              </a:gs>
            </a:gsLst>
            <a:lin ang="0" scaled="1"/>
          </a:gradFill>
          <a:ln>
            <a:noFill/>
          </a:ln>
        </p:spPr>
        <p:txBody>
          <a:bodyPr wrap="none" anchor="ctr"/>
          <a:lstStyle>
            <a:lvl1pPr eaLnBrk="0" hangingPunct="0">
              <a:defRPr>
                <a:solidFill>
                  <a:schemeClr val="tx1"/>
                </a:solidFill>
                <a:latin typeface="Arial" panose="020B0704020202020204" pitchFamily="34" charset="0"/>
                <a:ea typeface="楷体_GB2312" panose="02010609030101010101" pitchFamily="49" charset="-122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704020202020204" pitchFamily="34" charset="0"/>
                <a:ea typeface="楷体_GB2312" panose="02010609030101010101" pitchFamily="49" charset="-122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704020202020204" pitchFamily="34" charset="0"/>
                <a:ea typeface="楷体_GB2312" panose="02010609030101010101" pitchFamily="49" charset="-122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704020202020204" pitchFamily="34" charset="0"/>
                <a:ea typeface="楷体_GB2312" panose="02010609030101010101" pitchFamily="49" charset="-122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704020202020204" pitchFamily="34" charset="0"/>
                <a:ea typeface="楷体_GB2312" panose="02010609030101010101" pitchFamily="49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704020202020204" pitchFamily="34" charset="0"/>
                <a:ea typeface="楷体_GB2312" panose="02010609030101010101" pitchFamily="49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704020202020204" pitchFamily="34" charset="0"/>
                <a:ea typeface="楷体_GB2312" panose="02010609030101010101" pitchFamily="49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704020202020204" pitchFamily="34" charset="0"/>
                <a:ea typeface="楷体_GB2312" panose="02010609030101010101" pitchFamily="49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704020202020204" pitchFamily="34" charset="0"/>
                <a:ea typeface="楷体_GB2312" panose="02010609030101010101" pitchFamily="49" charset="-122"/>
              </a:defRPr>
            </a:lvl9pPr>
          </a:lstStyle>
          <a:p>
            <a:pPr algn="ctr" eaLnBrk="1" hangingPunct="1">
              <a:lnSpc>
                <a:spcPct val="85000"/>
              </a:lnSpc>
              <a:defRPr/>
            </a:pPr>
            <a:endParaRPr lang="zh-CN" altLang="en-US" b="1">
              <a:latin typeface="华文中宋" panose="02010600040101010101" charset="-122"/>
              <a:ea typeface="华文中宋" panose="02010600040101010101" charset="-122"/>
            </a:endParaRPr>
          </a:p>
        </p:txBody>
      </p:sp>
      <p:pic>
        <p:nvPicPr>
          <p:cNvPr id="17" name="图片 12"/>
          <p:cNvPicPr/>
          <p:nvPr userDrawn="1"/>
        </p:nvPicPr>
        <p:blipFill>
          <a:blip r:embed="rId6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8453"/>
          <a:stretch>
            <a:fillRect/>
          </a:stretch>
        </p:blipFill>
        <p:spPr bwMode="auto">
          <a:xfrm>
            <a:off x="10162093" y="5364410"/>
            <a:ext cx="2034318" cy="115898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8" name="图片 2"/>
          <p:cNvPicPr/>
          <p:nvPr userDrawn="1"/>
        </p:nvPicPr>
        <p:blipFill>
          <a:blip r:embed="rId7" cstate="screen">
            <a:extLst>
              <a:ext uri="{BEBA8EAE-BF5A-486C-A8C5-ECC9F3942E4B}">
                <a14:imgProps xmlns:a14="http://schemas.microsoft.com/office/drawing/2010/main">
                  <a14:imgLayer r:embed="rId8">
                    <a14:imgEffect>
                      <a14:colorTemperature colorTemp="53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5959" r="3806"/>
          <a:stretch>
            <a:fillRect/>
          </a:stretch>
        </p:blipFill>
        <p:spPr bwMode="auto">
          <a:xfrm>
            <a:off x="4062376" y="5364410"/>
            <a:ext cx="2034318" cy="115898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9" name="图片 1"/>
          <p:cNvPicPr/>
          <p:nvPr userDrawn="1"/>
        </p:nvPicPr>
        <p:blipFill>
          <a:blip r:embed="rId9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29136" y="5363760"/>
            <a:ext cx="2034318" cy="115898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27" name="图片 26"/>
          <p:cNvPicPr/>
          <p:nvPr userDrawn="1"/>
        </p:nvPicPr>
        <p:blipFill>
          <a:blip r:embed="rId10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4104" y="5364085"/>
            <a:ext cx="2034318" cy="1158985"/>
          </a:xfrm>
          <a:prstGeom prst="rect">
            <a:avLst/>
          </a:prstGeom>
        </p:spPr>
      </p:pic>
      <p:pic>
        <p:nvPicPr>
          <p:cNvPr id="28" name="图片 27"/>
          <p:cNvPicPr/>
          <p:nvPr userDrawn="1"/>
        </p:nvPicPr>
        <p:blipFill rotWithShape="1">
          <a:blip r:embed="rId11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020" t="7486" r="4093" b="9362"/>
          <a:stretch>
            <a:fillRect/>
          </a:stretch>
        </p:blipFill>
        <p:spPr>
          <a:xfrm>
            <a:off x="6095615" y="5364410"/>
            <a:ext cx="2034318" cy="1158985"/>
          </a:xfrm>
          <a:prstGeom prst="rect">
            <a:avLst/>
          </a:prstGeom>
        </p:spPr>
      </p:pic>
      <p:pic>
        <p:nvPicPr>
          <p:cNvPr id="29" name="Picture 2"/>
          <p:cNvPicPr>
            <a:picLocks noChangeArrowheads="1"/>
          </p:cNvPicPr>
          <p:nvPr userDrawn="1"/>
        </p:nvPicPr>
        <p:blipFill rotWithShape="1">
          <a:blip r:embed="rId12" cstate="screen">
            <a:extLst>
              <a:ext uri="{BEBA8EAE-BF5A-486C-A8C5-ECC9F3942E4B}">
                <a14:imgProps xmlns:a14="http://schemas.microsoft.com/office/drawing/2010/main">
                  <a14:imgLayer r:embed="rId13">
                    <a14:imgEffect>
                      <a14:brightnessContrast bright="20000"/>
                    </a14:imgEffect>
                    <a14:imgEffect>
                      <a14:colorTemperature colorTemp="47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5319"/>
          <a:stretch>
            <a:fillRect/>
          </a:stretch>
        </p:blipFill>
        <p:spPr bwMode="auto">
          <a:xfrm>
            <a:off x="8128855" y="5364410"/>
            <a:ext cx="2034318" cy="115898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="">
      <p:transition/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45C6EA3-00FB-A44C-ADD6-6E6C4B351AE7}" type="datetimeFigureOut">
              <a:rPr kumimoji="1" lang="zh-CN" altLang="en-US" smtClean="0"/>
              <a:t>2026/10/12</a:t>
            </a:fld>
            <a:endParaRPr kumimoji="1"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zh-CN" altLang="en-US"/>
          </a:p>
        </p:txBody>
      </p:sp>
      <p:sp>
        <p:nvSpPr>
          <p:cNvPr id="6" name="幻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95DBB5F-BD8F-BE4C-946A-C709BD5794BF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</p:sldLayoutIdLst>
  <mc:AlternateContent xmlns:mc="http://schemas.openxmlformats.org/markup-compatibility/2006" xmlns:p14="http://schemas.microsoft.com/office/powerpoint/2010/main">
    <mc:Choice Requires="p14">
      <p:transition/>
    </mc:Choice>
    <mc:Fallback xmlns="">
      <p:transition/>
    </mc:Fallback>
  </mc:AlternateConten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704020202020204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704020202020204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7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704020202020204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704020202020204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704020202020204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704020202020204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704020202020204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704020202020204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A160B69-195E-2996-8706-3D76EEA9A3F2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zh-CN" altLang="en-US" dirty="0"/>
              <a:t>主题</a:t>
            </a:r>
            <a:r>
              <a:rPr lang="en-US" altLang="zh-CN" dirty="0"/>
              <a:t>xxx</a:t>
            </a:r>
            <a:endParaRPr lang="zh-CN" altLang="en-US" dirty="0"/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BF3F96A5-09F6-8226-58D3-D3BCDF3774FC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C2DD2E93-C476-6AD2-DFDA-3A27324A0FCD}"/>
              </a:ext>
            </a:extLst>
          </p:cNvPr>
          <p:cNvSpPr txBox="1"/>
          <p:nvPr/>
        </p:nvSpPr>
        <p:spPr>
          <a:xfrm>
            <a:off x="9599140" y="5735637"/>
            <a:ext cx="213771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/>
              <a:t>报告人：</a:t>
            </a:r>
            <a:r>
              <a:rPr lang="en-US" altLang="zh-CN" dirty="0"/>
              <a:t>xxx</a:t>
            </a:r>
          </a:p>
          <a:p>
            <a:r>
              <a:rPr lang="en-US" altLang="zh-CN" dirty="0" err="1"/>
              <a:t>Xxx</a:t>
            </a:r>
            <a:r>
              <a:rPr lang="zh-CN" altLang="en-US" dirty="0"/>
              <a:t>年</a:t>
            </a:r>
            <a:r>
              <a:rPr lang="en-US" altLang="zh-CN" dirty="0"/>
              <a:t>xx</a:t>
            </a:r>
            <a:r>
              <a:rPr lang="zh-CN" altLang="en-US" dirty="0"/>
              <a:t>月</a:t>
            </a:r>
            <a:r>
              <a:rPr lang="en-US" altLang="zh-CN" dirty="0"/>
              <a:t>xxx</a:t>
            </a:r>
            <a:r>
              <a:rPr lang="zh-CN" altLang="en-US" dirty="0"/>
              <a:t>日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="">
      <p:transition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/>
          <p:cNvSpPr txBox="1"/>
          <p:nvPr/>
        </p:nvSpPr>
        <p:spPr>
          <a:xfrm>
            <a:off x="408406" y="116818"/>
            <a:ext cx="9273093" cy="5141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1" algn="l" defTabSz="1088390">
              <a:lnSpc>
                <a:spcPts val="35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Tx/>
              <a:defRPr/>
            </a:pPr>
            <a:r>
              <a:rPr lang="zh-CN" altLang="en-US" sz="2800" b="1" spc="100" dirty="0">
                <a:solidFill>
                  <a:schemeClr val="bg1"/>
                </a:solidFill>
                <a:latin typeface="Times New Roman" panose="02020603050405020304" pitchFamily="18" charset="0"/>
                <a:ea typeface="Microsoft YaHei" panose="020B0503020204020204" charset="-122"/>
                <a:cs typeface="Times New Roman" panose="02020603050405020304" pitchFamily="18" charset="0"/>
                <a:sym typeface="+mn-lt"/>
              </a:rPr>
              <a:t>中国科学院软件研究所：编译领域积累</a:t>
            </a:r>
            <a:endParaRPr lang="zh-CN" sz="2800" b="1" spc="100" dirty="0">
              <a:solidFill>
                <a:schemeClr val="bg1"/>
              </a:solidFill>
              <a:latin typeface="Times New Roman" panose="02020603050405020304" pitchFamily="18" charset="0"/>
              <a:ea typeface="Microsoft YaHei" panose="020B0503020204020204" charset="-122"/>
              <a:cs typeface="Times New Roman" panose="02020603050405020304" pitchFamily="18" charset="0"/>
              <a:sym typeface="+mn-lt"/>
            </a:endParaRP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9C6ED348-46F3-619A-DEE4-B095C7B046FD}"/>
              </a:ext>
            </a:extLst>
          </p:cNvPr>
          <p:cNvSpPr/>
          <p:nvPr/>
        </p:nvSpPr>
        <p:spPr>
          <a:xfrm>
            <a:off x="976183" y="1705233"/>
            <a:ext cx="6141308" cy="324982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6000" dirty="0"/>
              <a:t>图</a:t>
            </a:r>
            <a:r>
              <a:rPr lang="en-US" altLang="zh-CN" sz="6000" dirty="0"/>
              <a:t>/</a:t>
            </a:r>
            <a:r>
              <a:rPr lang="zh-CN" altLang="en-US" sz="6000" dirty="0"/>
              <a:t>表</a:t>
            </a:r>
          </a:p>
        </p:txBody>
      </p:sp>
      <p:sp>
        <p:nvSpPr>
          <p:cNvPr id="32" name="文本框 31">
            <a:extLst>
              <a:ext uri="{FF2B5EF4-FFF2-40B4-BE49-F238E27FC236}">
                <a16:creationId xmlns:a16="http://schemas.microsoft.com/office/drawing/2014/main" id="{F7E72843-3B4F-8AF6-FDDA-C8D6CCE57076}"/>
              </a:ext>
            </a:extLst>
          </p:cNvPr>
          <p:cNvSpPr txBox="1"/>
          <p:nvPr/>
        </p:nvSpPr>
        <p:spPr>
          <a:xfrm>
            <a:off x="8142484" y="2044120"/>
            <a:ext cx="3559364" cy="141577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 fontAlgn="auto">
              <a:lnSpc>
                <a:spcPct val="100000"/>
              </a:lnSpc>
              <a:spcAft>
                <a:spcPts val="800"/>
              </a:spcAft>
              <a:buFont typeface="Wingdings" panose="05000000000000000000" charset="0"/>
              <a:buChar char="u"/>
            </a:pPr>
            <a:r>
              <a:rPr lang="zh-CN" altLang="en-U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ea typeface="楷体" panose="02010609060101010101" charset="-122"/>
                <a:cs typeface="Times New Roman" panose="02020603050405020304" pitchFamily="18" charset="0"/>
                <a:sym typeface="+mn-ea"/>
              </a:rPr>
              <a:t>技术积累</a:t>
            </a:r>
            <a:r>
              <a:rPr lang="en-US" altLang="zh-CN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ea typeface="楷体" panose="02010609060101010101" charset="-122"/>
                <a:cs typeface="Times New Roman" panose="02020603050405020304" pitchFamily="18" charset="0"/>
                <a:sym typeface="+mn-ea"/>
              </a:rPr>
              <a:t>：</a:t>
            </a:r>
            <a:endParaRPr lang="zh-CN" altLang="en-US" dirty="0">
              <a:latin typeface="Times New Roman" panose="02020603050405020304" pitchFamily="18" charset="0"/>
              <a:ea typeface="楷体" panose="02010609060101010101" charset="-122"/>
              <a:cs typeface="Times New Roman" panose="02020603050405020304" pitchFamily="18" charset="0"/>
            </a:endParaRPr>
          </a:p>
          <a:p>
            <a:pPr marL="285750" indent="-285750" fontAlgn="auto">
              <a:spcAft>
                <a:spcPts val="800"/>
              </a:spcAft>
              <a:buFont typeface="Wingdings" panose="05000000000000000000" charset="0"/>
              <a:buChar char="Ø"/>
            </a:pPr>
            <a:r>
              <a:rPr lang="en-US" altLang="zh-CN" sz="1600" u="sng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ea typeface="楷体" panose="02010609060101010101" charset="-122"/>
                <a:cs typeface="Times New Roman" panose="02020603050405020304" pitchFamily="18" charset="0"/>
                <a:sym typeface="+mn-ea"/>
              </a:rPr>
              <a:t>xxx</a:t>
            </a:r>
            <a:r>
              <a:rPr lang="zh-CN" altLang="en-US" sz="1600" dirty="0">
                <a:latin typeface="Times New Roman" panose="02020603050405020304" pitchFamily="18" charset="0"/>
                <a:ea typeface="楷体" panose="02010609060101010101" charset="-122"/>
                <a:cs typeface="Times New Roman" panose="02020603050405020304" pitchFamily="18" charset="0"/>
                <a:sym typeface="+mn-ea"/>
              </a:rPr>
              <a:t>：</a:t>
            </a:r>
            <a:r>
              <a:rPr lang="en-US" altLang="zh-CN" sz="1600" dirty="0">
                <a:latin typeface="Times New Roman" panose="02020603050405020304" pitchFamily="18" charset="0"/>
                <a:ea typeface="楷体" panose="02010609060101010101" charset="-122"/>
                <a:cs typeface="Times New Roman" panose="02020603050405020304" pitchFamily="18" charset="0"/>
                <a:sym typeface="+mn-ea"/>
              </a:rPr>
              <a:t>xxx</a:t>
            </a:r>
            <a:r>
              <a:rPr lang="zh-CN" altLang="en-US" sz="1600" dirty="0">
                <a:latin typeface="Times New Roman" panose="02020603050405020304" pitchFamily="18" charset="0"/>
                <a:ea typeface="楷体" panose="02010609060101010101" charset="-122"/>
                <a:cs typeface="Times New Roman" panose="02020603050405020304" pitchFamily="18" charset="0"/>
                <a:sym typeface="+mn-ea"/>
              </a:rPr>
              <a:t>；</a:t>
            </a:r>
          </a:p>
          <a:p>
            <a:pPr marL="285750" indent="-285750" fontAlgn="auto">
              <a:spcAft>
                <a:spcPts val="800"/>
              </a:spcAft>
              <a:buFont typeface="Wingdings" panose="05000000000000000000" charset="0"/>
              <a:buChar char="Ø"/>
            </a:pPr>
            <a:r>
              <a:rPr lang="en-US" altLang="zh-CN" sz="1600" u="sng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ea typeface="楷体" panose="02010609060101010101" charset="-122"/>
                <a:cs typeface="Times New Roman" panose="02020603050405020304" pitchFamily="18" charset="0"/>
                <a:sym typeface="+mn-ea"/>
              </a:rPr>
              <a:t>xxx</a:t>
            </a:r>
            <a:r>
              <a:rPr lang="zh-CN" altLang="en-US" sz="1600" dirty="0">
                <a:latin typeface="Times New Roman" panose="02020603050405020304" pitchFamily="18" charset="0"/>
                <a:ea typeface="楷体" panose="02010609060101010101" charset="-122"/>
                <a:cs typeface="Times New Roman" panose="02020603050405020304" pitchFamily="18" charset="0"/>
                <a:sym typeface="+mn-ea"/>
              </a:rPr>
              <a:t>：</a:t>
            </a:r>
            <a:r>
              <a:rPr lang="en-US" altLang="zh-CN" sz="1600" dirty="0">
                <a:latin typeface="Times New Roman" panose="02020603050405020304" pitchFamily="18" charset="0"/>
                <a:ea typeface="楷体" panose="02010609060101010101" charset="-122"/>
                <a:cs typeface="Times New Roman" panose="02020603050405020304" pitchFamily="18" charset="0"/>
                <a:sym typeface="+mn-ea"/>
              </a:rPr>
              <a:t>xxx</a:t>
            </a:r>
            <a:r>
              <a:rPr lang="zh-CN" altLang="en-US" sz="1600" dirty="0">
                <a:latin typeface="Times New Roman" panose="02020603050405020304" pitchFamily="18" charset="0"/>
                <a:ea typeface="楷体" panose="02010609060101010101" charset="-122"/>
                <a:cs typeface="Times New Roman" panose="02020603050405020304" pitchFamily="18" charset="0"/>
                <a:sym typeface="+mn-ea"/>
              </a:rPr>
              <a:t>；</a:t>
            </a:r>
            <a:endParaRPr lang="zh-CN" altLang="en-US" sz="1600" u="sng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Times New Roman" panose="02020603050405020304" pitchFamily="18" charset="0"/>
              <a:ea typeface="楷体" panose="02010609060101010101" charset="-122"/>
              <a:cs typeface="Times New Roman" panose="02020603050405020304" pitchFamily="18" charset="0"/>
              <a:sym typeface="+mn-ea"/>
            </a:endParaRPr>
          </a:p>
          <a:p>
            <a:pPr marL="285750" indent="-285750" algn="l" fontAlgn="auto">
              <a:spcAft>
                <a:spcPts val="800"/>
              </a:spcAft>
              <a:buClrTx/>
              <a:buSzTx/>
              <a:buFont typeface="Wingdings" panose="05000000000000000000" charset="0"/>
              <a:buChar char="Ø"/>
            </a:pPr>
            <a:r>
              <a:rPr lang="en-US" altLang="zh-CN" sz="1600" u="sng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ea typeface="楷体" panose="02010609060101010101" charset="-122"/>
                <a:cs typeface="Times New Roman" panose="02020603050405020304" pitchFamily="18" charset="0"/>
                <a:sym typeface="+mn-ea"/>
              </a:rPr>
              <a:t>xxx</a:t>
            </a:r>
            <a:r>
              <a:rPr lang="zh-CN" altLang="en-US" sz="1600" dirty="0">
                <a:latin typeface="Times New Roman" panose="02020603050405020304" pitchFamily="18" charset="0"/>
                <a:ea typeface="楷体" panose="02010609060101010101" charset="-122"/>
                <a:cs typeface="Times New Roman" panose="02020603050405020304" pitchFamily="18" charset="0"/>
                <a:sym typeface="+mn-ea"/>
              </a:rPr>
              <a:t>：</a:t>
            </a:r>
            <a:r>
              <a:rPr lang="en-US" altLang="zh-CN" sz="1600" dirty="0">
                <a:latin typeface="Times New Roman" panose="02020603050405020304" pitchFamily="18" charset="0"/>
                <a:ea typeface="楷体" panose="02010609060101010101" charset="-122"/>
                <a:cs typeface="Times New Roman" panose="02020603050405020304" pitchFamily="18" charset="0"/>
                <a:sym typeface="+mn-ea"/>
              </a:rPr>
              <a:t>xxx</a:t>
            </a:r>
            <a:r>
              <a:rPr lang="zh-CN" altLang="en-US" sz="1600" dirty="0">
                <a:latin typeface="Times New Roman" panose="02020603050405020304" pitchFamily="18" charset="0"/>
                <a:ea typeface="楷体" panose="02010609060101010101" charset="-122"/>
                <a:cs typeface="Times New Roman" panose="02020603050405020304" pitchFamily="18" charset="0"/>
                <a:sym typeface="+mn-ea"/>
              </a:rPr>
              <a:t>；</a:t>
            </a:r>
          </a:p>
        </p:txBody>
      </p:sp>
      <p:sp>
        <p:nvSpPr>
          <p:cNvPr id="34" name="文本框 33">
            <a:extLst>
              <a:ext uri="{FF2B5EF4-FFF2-40B4-BE49-F238E27FC236}">
                <a16:creationId xmlns:a16="http://schemas.microsoft.com/office/drawing/2014/main" id="{12DD8BFC-2FC7-7843-866C-480BEC64D9D1}"/>
              </a:ext>
            </a:extLst>
          </p:cNvPr>
          <p:cNvSpPr txBox="1"/>
          <p:nvPr/>
        </p:nvSpPr>
        <p:spPr>
          <a:xfrm>
            <a:off x="704892" y="5679075"/>
            <a:ext cx="11350625" cy="405482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marL="285750" indent="-285750" fontAlgn="auto">
              <a:spcAft>
                <a:spcPts val="800"/>
              </a:spcAft>
              <a:buFont typeface="Wingdings" panose="05000000000000000000" charset="0"/>
              <a:buChar char="u"/>
            </a:pPr>
            <a:r>
              <a:rPr lang="en-US" altLang="zh-CN" sz="16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ea typeface="楷体" panose="02010609060101010101" charset="-122"/>
                <a:cs typeface="Times New Roman" panose="02020603050405020304" pitchFamily="18" charset="0"/>
                <a:sym typeface="+mn-ea"/>
              </a:rPr>
              <a:t>xxx</a:t>
            </a:r>
            <a:r>
              <a:rPr lang="zh-CN" altLang="en-US" sz="1600" dirty="0">
                <a:latin typeface="Times New Roman" panose="02020603050405020304" pitchFamily="18" charset="0"/>
                <a:ea typeface="楷体" panose="02010609060101010101" charset="-122"/>
                <a:cs typeface="Times New Roman" panose="02020603050405020304" pitchFamily="18" charset="0"/>
                <a:sym typeface="+mn-ea"/>
              </a:rPr>
              <a:t>：</a:t>
            </a:r>
            <a:r>
              <a:rPr lang="en-US" altLang="zh-CN" sz="1600" dirty="0">
                <a:latin typeface="Times New Roman" panose="02020603050405020304" pitchFamily="18" charset="0"/>
                <a:ea typeface="楷体" panose="02010609060101010101" charset="-122"/>
                <a:cs typeface="Times New Roman" panose="02020603050405020304" pitchFamily="18" charset="0"/>
                <a:sym typeface="+mn-ea"/>
              </a:rPr>
              <a:t>1</a:t>
            </a:r>
            <a:r>
              <a:rPr lang="zh-CN" altLang="en-US" sz="1600" dirty="0">
                <a:latin typeface="Times New Roman" panose="02020603050405020304" pitchFamily="18" charset="0"/>
                <a:ea typeface="楷体" panose="02010609060101010101" charset="-122"/>
                <a:cs typeface="Times New Roman" panose="02020603050405020304" pitchFamily="18" charset="0"/>
                <a:sym typeface="+mn-ea"/>
              </a:rPr>
              <a:t>，</a:t>
            </a:r>
            <a:r>
              <a:rPr lang="en-US" altLang="zh-CN" sz="1600" dirty="0">
                <a:latin typeface="Times New Roman" panose="02020603050405020304" pitchFamily="18" charset="0"/>
                <a:ea typeface="楷体" panose="02010609060101010101" charset="-122"/>
                <a:cs typeface="Times New Roman" panose="02020603050405020304" pitchFamily="18" charset="0"/>
                <a:sym typeface="+mn-ea"/>
              </a:rPr>
              <a:t>2</a:t>
            </a:r>
            <a:r>
              <a:rPr lang="zh-CN" altLang="en-US" sz="1600" dirty="0">
                <a:latin typeface="Times New Roman" panose="02020603050405020304" pitchFamily="18" charset="0"/>
                <a:ea typeface="楷体" panose="02010609060101010101" charset="-122"/>
                <a:cs typeface="Times New Roman" panose="02020603050405020304" pitchFamily="18" charset="0"/>
                <a:sym typeface="+mn-ea"/>
              </a:rPr>
              <a:t>句话总结。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advClick="0" advTm="41000"/>
    </mc:Choice>
    <mc:Fallback xmlns="">
      <p:transition advClick="0" advTm="41000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1D0644-D721-FF8A-ACE0-1B112350AF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D6095B4F-F135-6CD2-FA2E-7162F4C7C546}"/>
              </a:ext>
            </a:extLst>
          </p:cNvPr>
          <p:cNvSpPr txBox="1"/>
          <p:nvPr/>
        </p:nvSpPr>
        <p:spPr>
          <a:xfrm>
            <a:off x="408406" y="116818"/>
            <a:ext cx="9273093" cy="5141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1" algn="l" defTabSz="1088390">
              <a:lnSpc>
                <a:spcPts val="35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Tx/>
              <a:defRPr/>
            </a:pPr>
            <a:r>
              <a:rPr lang="zh-CN" altLang="en-US" sz="2800" b="1" spc="100" dirty="0">
                <a:solidFill>
                  <a:schemeClr val="bg1"/>
                </a:solidFill>
                <a:latin typeface="Times New Roman" panose="02020603050405020304" pitchFamily="18" charset="0"/>
                <a:ea typeface="Microsoft YaHei" panose="020B0503020204020204" charset="-122"/>
                <a:cs typeface="Times New Roman" panose="02020603050405020304" pitchFamily="18" charset="0"/>
                <a:sym typeface="+mn-lt"/>
              </a:rPr>
              <a:t>需求分析</a:t>
            </a:r>
            <a:endParaRPr lang="zh-CN" sz="2800" b="1" spc="100" dirty="0">
              <a:solidFill>
                <a:schemeClr val="bg1"/>
              </a:solidFill>
              <a:latin typeface="Times New Roman" panose="02020603050405020304" pitchFamily="18" charset="0"/>
              <a:ea typeface="Microsoft YaHei" panose="020B0503020204020204" charset="-122"/>
              <a:cs typeface="Times New Roman" panose="02020603050405020304" pitchFamily="18" charset="0"/>
              <a:sym typeface="+mn-lt"/>
            </a:endParaRP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15C58AFA-79FD-3476-D577-45B34092568E}"/>
              </a:ext>
            </a:extLst>
          </p:cNvPr>
          <p:cNvSpPr/>
          <p:nvPr/>
        </p:nvSpPr>
        <p:spPr>
          <a:xfrm>
            <a:off x="4522572" y="1705233"/>
            <a:ext cx="6141308" cy="324982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6000" dirty="0"/>
              <a:t>图</a:t>
            </a:r>
            <a:r>
              <a:rPr lang="en-US" altLang="zh-CN" sz="6000" dirty="0"/>
              <a:t>/</a:t>
            </a:r>
            <a:r>
              <a:rPr lang="zh-CN" altLang="en-US" sz="6000" dirty="0"/>
              <a:t>表</a:t>
            </a:r>
          </a:p>
        </p:txBody>
      </p:sp>
      <p:sp>
        <p:nvSpPr>
          <p:cNvPr id="32" name="文本框 31">
            <a:extLst>
              <a:ext uri="{FF2B5EF4-FFF2-40B4-BE49-F238E27FC236}">
                <a16:creationId xmlns:a16="http://schemas.microsoft.com/office/drawing/2014/main" id="{E89C4485-0557-A401-2AF0-49E7223ADE63}"/>
              </a:ext>
            </a:extLst>
          </p:cNvPr>
          <p:cNvSpPr txBox="1"/>
          <p:nvPr/>
        </p:nvSpPr>
        <p:spPr>
          <a:xfrm>
            <a:off x="1309197" y="2435305"/>
            <a:ext cx="3559364" cy="141577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 fontAlgn="auto">
              <a:lnSpc>
                <a:spcPct val="100000"/>
              </a:lnSpc>
              <a:spcAft>
                <a:spcPts val="800"/>
              </a:spcAft>
              <a:buFont typeface="Wingdings" panose="05000000000000000000" charset="0"/>
              <a:buChar char="u"/>
            </a:pPr>
            <a:r>
              <a:rPr lang="en-US" altLang="zh-CN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ea typeface="楷体" panose="02010609060101010101" charset="-122"/>
                <a:cs typeface="Times New Roman" panose="02020603050405020304" pitchFamily="18" charset="0"/>
                <a:sym typeface="+mn-ea"/>
              </a:rPr>
              <a:t>xxx：</a:t>
            </a:r>
            <a:endParaRPr lang="zh-CN" altLang="en-US" dirty="0">
              <a:latin typeface="Times New Roman" panose="02020603050405020304" pitchFamily="18" charset="0"/>
              <a:ea typeface="楷体" panose="02010609060101010101" charset="-122"/>
              <a:cs typeface="Times New Roman" panose="02020603050405020304" pitchFamily="18" charset="0"/>
            </a:endParaRPr>
          </a:p>
          <a:p>
            <a:pPr marL="285750" indent="-285750" fontAlgn="auto">
              <a:spcAft>
                <a:spcPts val="800"/>
              </a:spcAft>
              <a:buFont typeface="Wingdings" panose="05000000000000000000" charset="0"/>
              <a:buChar char="Ø"/>
            </a:pPr>
            <a:r>
              <a:rPr lang="en-US" altLang="zh-CN" sz="1600" u="sng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ea typeface="楷体" panose="02010609060101010101" charset="-122"/>
                <a:cs typeface="Times New Roman" panose="02020603050405020304" pitchFamily="18" charset="0"/>
                <a:sym typeface="+mn-ea"/>
              </a:rPr>
              <a:t>xxx</a:t>
            </a:r>
            <a:r>
              <a:rPr lang="zh-CN" altLang="en-US" sz="1600" dirty="0">
                <a:latin typeface="Times New Roman" panose="02020603050405020304" pitchFamily="18" charset="0"/>
                <a:ea typeface="楷体" panose="02010609060101010101" charset="-122"/>
                <a:cs typeface="Times New Roman" panose="02020603050405020304" pitchFamily="18" charset="0"/>
                <a:sym typeface="+mn-ea"/>
              </a:rPr>
              <a:t>：</a:t>
            </a:r>
            <a:r>
              <a:rPr lang="en-US" altLang="zh-CN" sz="1600" dirty="0">
                <a:latin typeface="Times New Roman" panose="02020603050405020304" pitchFamily="18" charset="0"/>
                <a:ea typeface="楷体" panose="02010609060101010101" charset="-122"/>
                <a:cs typeface="Times New Roman" panose="02020603050405020304" pitchFamily="18" charset="0"/>
                <a:sym typeface="+mn-ea"/>
              </a:rPr>
              <a:t>xxx</a:t>
            </a:r>
            <a:r>
              <a:rPr lang="zh-CN" altLang="en-US" sz="1600" dirty="0">
                <a:latin typeface="Times New Roman" panose="02020603050405020304" pitchFamily="18" charset="0"/>
                <a:ea typeface="楷体" panose="02010609060101010101" charset="-122"/>
                <a:cs typeface="Times New Roman" panose="02020603050405020304" pitchFamily="18" charset="0"/>
                <a:sym typeface="+mn-ea"/>
              </a:rPr>
              <a:t>；</a:t>
            </a:r>
          </a:p>
          <a:p>
            <a:pPr marL="285750" indent="-285750" fontAlgn="auto">
              <a:spcAft>
                <a:spcPts val="800"/>
              </a:spcAft>
              <a:buFont typeface="Wingdings" panose="05000000000000000000" charset="0"/>
              <a:buChar char="Ø"/>
            </a:pPr>
            <a:r>
              <a:rPr lang="en-US" altLang="zh-CN" sz="1600" u="sng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ea typeface="楷体" panose="02010609060101010101" charset="-122"/>
                <a:cs typeface="Times New Roman" panose="02020603050405020304" pitchFamily="18" charset="0"/>
                <a:sym typeface="+mn-ea"/>
              </a:rPr>
              <a:t>xxx</a:t>
            </a:r>
            <a:r>
              <a:rPr lang="zh-CN" altLang="en-US" sz="1600" dirty="0">
                <a:latin typeface="Times New Roman" panose="02020603050405020304" pitchFamily="18" charset="0"/>
                <a:ea typeface="楷体" panose="02010609060101010101" charset="-122"/>
                <a:cs typeface="Times New Roman" panose="02020603050405020304" pitchFamily="18" charset="0"/>
                <a:sym typeface="+mn-ea"/>
              </a:rPr>
              <a:t>：</a:t>
            </a:r>
            <a:r>
              <a:rPr lang="en-US" altLang="zh-CN" sz="1600" dirty="0">
                <a:latin typeface="Times New Roman" panose="02020603050405020304" pitchFamily="18" charset="0"/>
                <a:ea typeface="楷体" panose="02010609060101010101" charset="-122"/>
                <a:cs typeface="Times New Roman" panose="02020603050405020304" pitchFamily="18" charset="0"/>
                <a:sym typeface="+mn-ea"/>
              </a:rPr>
              <a:t>xxx</a:t>
            </a:r>
            <a:r>
              <a:rPr lang="zh-CN" altLang="en-US" sz="1600" dirty="0">
                <a:latin typeface="Times New Roman" panose="02020603050405020304" pitchFamily="18" charset="0"/>
                <a:ea typeface="楷体" panose="02010609060101010101" charset="-122"/>
                <a:cs typeface="Times New Roman" panose="02020603050405020304" pitchFamily="18" charset="0"/>
                <a:sym typeface="+mn-ea"/>
              </a:rPr>
              <a:t>；</a:t>
            </a:r>
            <a:endParaRPr lang="zh-CN" altLang="en-US" sz="1600" u="sng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Times New Roman" panose="02020603050405020304" pitchFamily="18" charset="0"/>
              <a:ea typeface="楷体" panose="02010609060101010101" charset="-122"/>
              <a:cs typeface="Times New Roman" panose="02020603050405020304" pitchFamily="18" charset="0"/>
              <a:sym typeface="+mn-ea"/>
            </a:endParaRPr>
          </a:p>
          <a:p>
            <a:pPr marL="285750" indent="-285750" algn="l" fontAlgn="auto">
              <a:spcAft>
                <a:spcPts val="800"/>
              </a:spcAft>
              <a:buClrTx/>
              <a:buSzTx/>
              <a:buFont typeface="Wingdings" panose="05000000000000000000" charset="0"/>
              <a:buChar char="Ø"/>
            </a:pPr>
            <a:r>
              <a:rPr lang="en-US" altLang="zh-CN" sz="1600" u="sng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ea typeface="楷体" panose="02010609060101010101" charset="-122"/>
                <a:cs typeface="Times New Roman" panose="02020603050405020304" pitchFamily="18" charset="0"/>
                <a:sym typeface="+mn-ea"/>
              </a:rPr>
              <a:t>xxx</a:t>
            </a:r>
            <a:r>
              <a:rPr lang="zh-CN" altLang="en-US" sz="1600" dirty="0">
                <a:latin typeface="Times New Roman" panose="02020603050405020304" pitchFamily="18" charset="0"/>
                <a:ea typeface="楷体" panose="02010609060101010101" charset="-122"/>
                <a:cs typeface="Times New Roman" panose="02020603050405020304" pitchFamily="18" charset="0"/>
                <a:sym typeface="+mn-ea"/>
              </a:rPr>
              <a:t>：</a:t>
            </a:r>
            <a:r>
              <a:rPr lang="en-US" altLang="zh-CN" sz="1600" dirty="0">
                <a:latin typeface="Times New Roman" panose="02020603050405020304" pitchFamily="18" charset="0"/>
                <a:ea typeface="楷体" panose="02010609060101010101" charset="-122"/>
                <a:cs typeface="Times New Roman" panose="02020603050405020304" pitchFamily="18" charset="0"/>
                <a:sym typeface="+mn-ea"/>
              </a:rPr>
              <a:t>xxx</a:t>
            </a:r>
            <a:r>
              <a:rPr lang="zh-CN" altLang="en-US" sz="1600" dirty="0">
                <a:latin typeface="Times New Roman" panose="02020603050405020304" pitchFamily="18" charset="0"/>
                <a:ea typeface="楷体" panose="02010609060101010101" charset="-122"/>
                <a:cs typeface="Times New Roman" panose="02020603050405020304" pitchFamily="18" charset="0"/>
                <a:sym typeface="+mn-ea"/>
              </a:rPr>
              <a:t>；</a:t>
            </a:r>
          </a:p>
        </p:txBody>
      </p:sp>
      <p:sp>
        <p:nvSpPr>
          <p:cNvPr id="34" name="文本框 33">
            <a:extLst>
              <a:ext uri="{FF2B5EF4-FFF2-40B4-BE49-F238E27FC236}">
                <a16:creationId xmlns:a16="http://schemas.microsoft.com/office/drawing/2014/main" id="{20010DB7-4D34-02F0-757F-7D74291AF3E8}"/>
              </a:ext>
            </a:extLst>
          </p:cNvPr>
          <p:cNvSpPr txBox="1"/>
          <p:nvPr/>
        </p:nvSpPr>
        <p:spPr>
          <a:xfrm>
            <a:off x="1001454" y="6139017"/>
            <a:ext cx="10996957" cy="405482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marL="285750" indent="-285750" fontAlgn="auto">
              <a:spcAft>
                <a:spcPts val="800"/>
              </a:spcAft>
              <a:buFont typeface="Wingdings" panose="05000000000000000000" charset="0"/>
              <a:buChar char="u"/>
            </a:pPr>
            <a:r>
              <a:rPr lang="en-US" altLang="zh-CN" sz="16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ea typeface="楷体" panose="02010609060101010101" charset="-122"/>
                <a:cs typeface="Times New Roman" panose="02020603050405020304" pitchFamily="18" charset="0"/>
                <a:sym typeface="+mn-ea"/>
              </a:rPr>
              <a:t>xxx</a:t>
            </a:r>
            <a:r>
              <a:rPr lang="zh-CN" altLang="en-US" sz="1600" dirty="0">
                <a:latin typeface="Times New Roman" panose="02020603050405020304" pitchFamily="18" charset="0"/>
                <a:ea typeface="楷体" panose="02010609060101010101" charset="-122"/>
                <a:cs typeface="Times New Roman" panose="02020603050405020304" pitchFamily="18" charset="0"/>
                <a:sym typeface="+mn-ea"/>
              </a:rPr>
              <a:t>：</a:t>
            </a:r>
            <a:r>
              <a:rPr lang="en-US" altLang="zh-CN" sz="1600" dirty="0">
                <a:latin typeface="Times New Roman" panose="02020603050405020304" pitchFamily="18" charset="0"/>
                <a:ea typeface="楷体" panose="02010609060101010101" charset="-122"/>
                <a:cs typeface="Times New Roman" panose="02020603050405020304" pitchFamily="18" charset="0"/>
                <a:sym typeface="+mn-ea"/>
              </a:rPr>
              <a:t>1</a:t>
            </a:r>
            <a:r>
              <a:rPr lang="zh-CN" altLang="en-US" sz="1600" dirty="0">
                <a:latin typeface="Times New Roman" panose="02020603050405020304" pitchFamily="18" charset="0"/>
                <a:ea typeface="楷体" panose="02010609060101010101" charset="-122"/>
                <a:cs typeface="Times New Roman" panose="02020603050405020304" pitchFamily="18" charset="0"/>
                <a:sym typeface="+mn-ea"/>
              </a:rPr>
              <a:t>，</a:t>
            </a:r>
            <a:r>
              <a:rPr lang="en-US" altLang="zh-CN" sz="1600" dirty="0">
                <a:latin typeface="Times New Roman" panose="02020603050405020304" pitchFamily="18" charset="0"/>
                <a:ea typeface="楷体" panose="02010609060101010101" charset="-122"/>
                <a:cs typeface="Times New Roman" panose="02020603050405020304" pitchFamily="18" charset="0"/>
                <a:sym typeface="+mn-ea"/>
              </a:rPr>
              <a:t>2</a:t>
            </a:r>
            <a:r>
              <a:rPr lang="zh-CN" altLang="en-US" sz="1600" dirty="0">
                <a:latin typeface="Times New Roman" panose="02020603050405020304" pitchFamily="18" charset="0"/>
                <a:ea typeface="楷体" panose="02010609060101010101" charset="-122"/>
                <a:cs typeface="Times New Roman" panose="02020603050405020304" pitchFamily="18" charset="0"/>
                <a:sym typeface="+mn-ea"/>
              </a:rPr>
              <a:t>句话总结。</a:t>
            </a:r>
            <a:r>
              <a:rPr lang="en-US" altLang="zh-CN" sz="1600" dirty="0">
                <a:latin typeface="Times New Roman" panose="02020603050405020304" pitchFamily="18" charset="0"/>
                <a:ea typeface="楷体" panose="02010609060101010101" charset="-122"/>
                <a:cs typeface="Times New Roman" panose="02020603050405020304" pitchFamily="18" charset="0"/>
                <a:sym typeface="+mn-ea"/>
              </a:rPr>
              <a:t>xxxxxxxxxxxxxxxxxxxxxxxxxxxxxxxxxxxxxxxxxxxxxxxxxxxxxxxxxxxxxxxxxxxxxxxxxxxxxxx</a:t>
            </a:r>
            <a:endParaRPr lang="zh-CN" altLang="en-US" sz="1600" dirty="0">
              <a:latin typeface="Times New Roman" panose="02020603050405020304" pitchFamily="18" charset="0"/>
              <a:ea typeface="楷体" panose="02010609060101010101" charset="-122"/>
              <a:cs typeface="Times New Roman" panose="02020603050405020304" pitchFamily="18" charset="0"/>
              <a:sym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395009744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advClick="0" advTm="41000"/>
    </mc:Choice>
    <mc:Fallback xmlns="">
      <p:transition advClick="0" advTm="41000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399D0B-3E87-9E18-4163-6BB5C04281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710DF39A-B105-1C8F-1A6E-1143E2C2E661}"/>
              </a:ext>
            </a:extLst>
          </p:cNvPr>
          <p:cNvSpPr txBox="1"/>
          <p:nvPr/>
        </p:nvSpPr>
        <p:spPr>
          <a:xfrm>
            <a:off x="408406" y="116818"/>
            <a:ext cx="9273093" cy="5141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1" algn="l" defTabSz="1088390">
              <a:lnSpc>
                <a:spcPts val="35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Tx/>
              <a:defRPr/>
            </a:pPr>
            <a:r>
              <a:rPr lang="zh-CN" altLang="en-US" sz="2800" b="1" spc="100" dirty="0">
                <a:solidFill>
                  <a:schemeClr val="bg1"/>
                </a:solidFill>
                <a:latin typeface="Times New Roman" panose="02020603050405020304" pitchFamily="18" charset="0"/>
                <a:ea typeface="Microsoft YaHei" panose="020B0503020204020204" charset="-122"/>
                <a:cs typeface="Times New Roman" panose="02020603050405020304" pitchFamily="18" charset="0"/>
                <a:sym typeface="+mn-lt"/>
              </a:rPr>
              <a:t>研究现状</a:t>
            </a:r>
            <a:endParaRPr lang="zh-CN" sz="2800" b="1" spc="100" dirty="0">
              <a:solidFill>
                <a:schemeClr val="bg1"/>
              </a:solidFill>
              <a:latin typeface="Times New Roman" panose="02020603050405020304" pitchFamily="18" charset="0"/>
              <a:ea typeface="Microsoft YaHei" panose="020B0503020204020204" charset="-122"/>
              <a:cs typeface="Times New Roman" panose="02020603050405020304" pitchFamily="18" charset="0"/>
              <a:sym typeface="+mn-lt"/>
            </a:endParaRP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8EE03FBD-0D31-8358-DB4B-75528DEFD817}"/>
              </a:ext>
            </a:extLst>
          </p:cNvPr>
          <p:cNvSpPr/>
          <p:nvPr/>
        </p:nvSpPr>
        <p:spPr>
          <a:xfrm>
            <a:off x="4522572" y="1705233"/>
            <a:ext cx="6141308" cy="324982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6000" dirty="0"/>
              <a:t>图</a:t>
            </a:r>
            <a:r>
              <a:rPr lang="en-US" altLang="zh-CN" sz="6000" dirty="0"/>
              <a:t>/</a:t>
            </a:r>
            <a:r>
              <a:rPr lang="zh-CN" altLang="en-US" sz="6000" dirty="0"/>
              <a:t>表</a:t>
            </a:r>
          </a:p>
        </p:txBody>
      </p:sp>
      <p:sp>
        <p:nvSpPr>
          <p:cNvPr id="32" name="文本框 31">
            <a:extLst>
              <a:ext uri="{FF2B5EF4-FFF2-40B4-BE49-F238E27FC236}">
                <a16:creationId xmlns:a16="http://schemas.microsoft.com/office/drawing/2014/main" id="{01D2532B-92FC-1BDA-B9FE-B10E02A1A1AA}"/>
              </a:ext>
            </a:extLst>
          </p:cNvPr>
          <p:cNvSpPr txBox="1"/>
          <p:nvPr/>
        </p:nvSpPr>
        <p:spPr>
          <a:xfrm>
            <a:off x="1309197" y="2435305"/>
            <a:ext cx="3559364" cy="141577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 fontAlgn="auto">
              <a:lnSpc>
                <a:spcPct val="100000"/>
              </a:lnSpc>
              <a:spcAft>
                <a:spcPts val="800"/>
              </a:spcAft>
              <a:buFont typeface="Wingdings" panose="05000000000000000000" charset="0"/>
              <a:buChar char="u"/>
            </a:pPr>
            <a:r>
              <a:rPr lang="en-US" altLang="zh-CN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ea typeface="楷体" panose="02010609060101010101" charset="-122"/>
                <a:cs typeface="Times New Roman" panose="02020603050405020304" pitchFamily="18" charset="0"/>
                <a:sym typeface="+mn-ea"/>
              </a:rPr>
              <a:t>xxx：</a:t>
            </a:r>
            <a:endParaRPr lang="zh-CN" altLang="en-US" dirty="0">
              <a:latin typeface="Times New Roman" panose="02020603050405020304" pitchFamily="18" charset="0"/>
              <a:ea typeface="楷体" panose="02010609060101010101" charset="-122"/>
              <a:cs typeface="Times New Roman" panose="02020603050405020304" pitchFamily="18" charset="0"/>
            </a:endParaRPr>
          </a:p>
          <a:p>
            <a:pPr marL="285750" indent="-285750" fontAlgn="auto">
              <a:spcAft>
                <a:spcPts val="800"/>
              </a:spcAft>
              <a:buFont typeface="Wingdings" panose="05000000000000000000" charset="0"/>
              <a:buChar char="Ø"/>
            </a:pPr>
            <a:r>
              <a:rPr lang="en-US" altLang="zh-CN" sz="1600" u="sng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ea typeface="楷体" panose="02010609060101010101" charset="-122"/>
                <a:cs typeface="Times New Roman" panose="02020603050405020304" pitchFamily="18" charset="0"/>
                <a:sym typeface="+mn-ea"/>
              </a:rPr>
              <a:t>xxx</a:t>
            </a:r>
            <a:r>
              <a:rPr lang="zh-CN" altLang="en-US" sz="1600" dirty="0">
                <a:latin typeface="Times New Roman" panose="02020603050405020304" pitchFamily="18" charset="0"/>
                <a:ea typeface="楷体" panose="02010609060101010101" charset="-122"/>
                <a:cs typeface="Times New Roman" panose="02020603050405020304" pitchFamily="18" charset="0"/>
                <a:sym typeface="+mn-ea"/>
              </a:rPr>
              <a:t>：</a:t>
            </a:r>
            <a:r>
              <a:rPr lang="en-US" altLang="zh-CN" sz="1600" dirty="0">
                <a:latin typeface="Times New Roman" panose="02020603050405020304" pitchFamily="18" charset="0"/>
                <a:ea typeface="楷体" panose="02010609060101010101" charset="-122"/>
                <a:cs typeface="Times New Roman" panose="02020603050405020304" pitchFamily="18" charset="0"/>
                <a:sym typeface="+mn-ea"/>
              </a:rPr>
              <a:t>xxx</a:t>
            </a:r>
            <a:r>
              <a:rPr lang="zh-CN" altLang="en-US" sz="1600" dirty="0">
                <a:latin typeface="Times New Roman" panose="02020603050405020304" pitchFamily="18" charset="0"/>
                <a:ea typeface="楷体" panose="02010609060101010101" charset="-122"/>
                <a:cs typeface="Times New Roman" panose="02020603050405020304" pitchFamily="18" charset="0"/>
                <a:sym typeface="+mn-ea"/>
              </a:rPr>
              <a:t>；</a:t>
            </a:r>
          </a:p>
          <a:p>
            <a:pPr marL="285750" indent="-285750" fontAlgn="auto">
              <a:spcAft>
                <a:spcPts val="800"/>
              </a:spcAft>
              <a:buFont typeface="Wingdings" panose="05000000000000000000" charset="0"/>
              <a:buChar char="Ø"/>
            </a:pPr>
            <a:r>
              <a:rPr lang="en-US" altLang="zh-CN" sz="1600" u="sng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ea typeface="楷体" panose="02010609060101010101" charset="-122"/>
                <a:cs typeface="Times New Roman" panose="02020603050405020304" pitchFamily="18" charset="0"/>
                <a:sym typeface="+mn-ea"/>
              </a:rPr>
              <a:t>xxx</a:t>
            </a:r>
            <a:r>
              <a:rPr lang="zh-CN" altLang="en-US" sz="1600" dirty="0">
                <a:latin typeface="Times New Roman" panose="02020603050405020304" pitchFamily="18" charset="0"/>
                <a:ea typeface="楷体" panose="02010609060101010101" charset="-122"/>
                <a:cs typeface="Times New Roman" panose="02020603050405020304" pitchFamily="18" charset="0"/>
                <a:sym typeface="+mn-ea"/>
              </a:rPr>
              <a:t>：</a:t>
            </a:r>
            <a:r>
              <a:rPr lang="en-US" altLang="zh-CN" sz="1600" dirty="0">
                <a:latin typeface="Times New Roman" panose="02020603050405020304" pitchFamily="18" charset="0"/>
                <a:ea typeface="楷体" panose="02010609060101010101" charset="-122"/>
                <a:cs typeface="Times New Roman" panose="02020603050405020304" pitchFamily="18" charset="0"/>
                <a:sym typeface="+mn-ea"/>
              </a:rPr>
              <a:t>xxx</a:t>
            </a:r>
            <a:r>
              <a:rPr lang="zh-CN" altLang="en-US" sz="1600" dirty="0">
                <a:latin typeface="Times New Roman" panose="02020603050405020304" pitchFamily="18" charset="0"/>
                <a:ea typeface="楷体" panose="02010609060101010101" charset="-122"/>
                <a:cs typeface="Times New Roman" panose="02020603050405020304" pitchFamily="18" charset="0"/>
                <a:sym typeface="+mn-ea"/>
              </a:rPr>
              <a:t>；</a:t>
            </a:r>
            <a:endParaRPr lang="zh-CN" altLang="en-US" sz="1600" u="sng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Times New Roman" panose="02020603050405020304" pitchFamily="18" charset="0"/>
              <a:ea typeface="楷体" panose="02010609060101010101" charset="-122"/>
              <a:cs typeface="Times New Roman" panose="02020603050405020304" pitchFamily="18" charset="0"/>
              <a:sym typeface="+mn-ea"/>
            </a:endParaRPr>
          </a:p>
          <a:p>
            <a:pPr marL="285750" indent="-285750" algn="l" fontAlgn="auto">
              <a:spcAft>
                <a:spcPts val="800"/>
              </a:spcAft>
              <a:buClrTx/>
              <a:buSzTx/>
              <a:buFont typeface="Wingdings" panose="05000000000000000000" charset="0"/>
              <a:buChar char="Ø"/>
            </a:pPr>
            <a:r>
              <a:rPr lang="en-US" altLang="zh-CN" sz="1600" u="sng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ea typeface="楷体" panose="02010609060101010101" charset="-122"/>
                <a:cs typeface="Times New Roman" panose="02020603050405020304" pitchFamily="18" charset="0"/>
                <a:sym typeface="+mn-ea"/>
              </a:rPr>
              <a:t>xxx</a:t>
            </a:r>
            <a:r>
              <a:rPr lang="zh-CN" altLang="en-US" sz="1600" dirty="0">
                <a:latin typeface="Times New Roman" panose="02020603050405020304" pitchFamily="18" charset="0"/>
                <a:ea typeface="楷体" panose="02010609060101010101" charset="-122"/>
                <a:cs typeface="Times New Roman" panose="02020603050405020304" pitchFamily="18" charset="0"/>
                <a:sym typeface="+mn-ea"/>
              </a:rPr>
              <a:t>：</a:t>
            </a:r>
            <a:r>
              <a:rPr lang="en-US" altLang="zh-CN" sz="1600" dirty="0">
                <a:latin typeface="Times New Roman" panose="02020603050405020304" pitchFamily="18" charset="0"/>
                <a:ea typeface="楷体" panose="02010609060101010101" charset="-122"/>
                <a:cs typeface="Times New Roman" panose="02020603050405020304" pitchFamily="18" charset="0"/>
                <a:sym typeface="+mn-ea"/>
              </a:rPr>
              <a:t>xxx</a:t>
            </a:r>
            <a:r>
              <a:rPr lang="zh-CN" altLang="en-US" sz="1600" dirty="0">
                <a:latin typeface="Times New Roman" panose="02020603050405020304" pitchFamily="18" charset="0"/>
                <a:ea typeface="楷体" panose="02010609060101010101" charset="-122"/>
                <a:cs typeface="Times New Roman" panose="02020603050405020304" pitchFamily="18" charset="0"/>
                <a:sym typeface="+mn-ea"/>
              </a:rPr>
              <a:t>；</a:t>
            </a:r>
          </a:p>
        </p:txBody>
      </p:sp>
      <p:sp>
        <p:nvSpPr>
          <p:cNvPr id="34" name="文本框 33">
            <a:extLst>
              <a:ext uri="{FF2B5EF4-FFF2-40B4-BE49-F238E27FC236}">
                <a16:creationId xmlns:a16="http://schemas.microsoft.com/office/drawing/2014/main" id="{DC6F6BA9-D3E4-A330-3778-4357B0573A29}"/>
              </a:ext>
            </a:extLst>
          </p:cNvPr>
          <p:cNvSpPr txBox="1"/>
          <p:nvPr/>
        </p:nvSpPr>
        <p:spPr>
          <a:xfrm>
            <a:off x="1001454" y="6139017"/>
            <a:ext cx="10996957" cy="405482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marL="285750" indent="-285750" fontAlgn="auto">
              <a:spcAft>
                <a:spcPts val="800"/>
              </a:spcAft>
              <a:buFont typeface="Wingdings" panose="05000000000000000000" charset="0"/>
              <a:buChar char="u"/>
            </a:pPr>
            <a:r>
              <a:rPr lang="en-US" altLang="zh-CN" sz="16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ea typeface="楷体" panose="02010609060101010101" charset="-122"/>
                <a:cs typeface="Times New Roman" panose="02020603050405020304" pitchFamily="18" charset="0"/>
                <a:sym typeface="+mn-ea"/>
              </a:rPr>
              <a:t>xxx</a:t>
            </a:r>
            <a:r>
              <a:rPr lang="zh-CN" altLang="en-US" sz="1600" dirty="0">
                <a:latin typeface="Times New Roman" panose="02020603050405020304" pitchFamily="18" charset="0"/>
                <a:ea typeface="楷体" panose="02010609060101010101" charset="-122"/>
                <a:cs typeface="Times New Roman" panose="02020603050405020304" pitchFamily="18" charset="0"/>
                <a:sym typeface="+mn-ea"/>
              </a:rPr>
              <a:t>：</a:t>
            </a:r>
            <a:r>
              <a:rPr lang="en-US" altLang="zh-CN" sz="1600" dirty="0">
                <a:latin typeface="Times New Roman" panose="02020603050405020304" pitchFamily="18" charset="0"/>
                <a:ea typeface="楷体" panose="02010609060101010101" charset="-122"/>
                <a:cs typeface="Times New Roman" panose="02020603050405020304" pitchFamily="18" charset="0"/>
                <a:sym typeface="+mn-ea"/>
              </a:rPr>
              <a:t>1</a:t>
            </a:r>
            <a:r>
              <a:rPr lang="zh-CN" altLang="en-US" sz="1600" dirty="0">
                <a:latin typeface="Times New Roman" panose="02020603050405020304" pitchFamily="18" charset="0"/>
                <a:ea typeface="楷体" panose="02010609060101010101" charset="-122"/>
                <a:cs typeface="Times New Roman" panose="02020603050405020304" pitchFamily="18" charset="0"/>
                <a:sym typeface="+mn-ea"/>
              </a:rPr>
              <a:t>，</a:t>
            </a:r>
            <a:r>
              <a:rPr lang="en-US" altLang="zh-CN" sz="1600" dirty="0">
                <a:latin typeface="Times New Roman" panose="02020603050405020304" pitchFamily="18" charset="0"/>
                <a:ea typeface="楷体" panose="02010609060101010101" charset="-122"/>
                <a:cs typeface="Times New Roman" panose="02020603050405020304" pitchFamily="18" charset="0"/>
                <a:sym typeface="+mn-ea"/>
              </a:rPr>
              <a:t>2</a:t>
            </a:r>
            <a:r>
              <a:rPr lang="zh-CN" altLang="en-US" sz="1600" dirty="0">
                <a:latin typeface="Times New Roman" panose="02020603050405020304" pitchFamily="18" charset="0"/>
                <a:ea typeface="楷体" panose="02010609060101010101" charset="-122"/>
                <a:cs typeface="Times New Roman" panose="02020603050405020304" pitchFamily="18" charset="0"/>
                <a:sym typeface="+mn-ea"/>
              </a:rPr>
              <a:t>句话总结。</a:t>
            </a:r>
            <a:r>
              <a:rPr lang="en-US" altLang="zh-CN" sz="1600" dirty="0">
                <a:latin typeface="Times New Roman" panose="02020603050405020304" pitchFamily="18" charset="0"/>
                <a:ea typeface="楷体" panose="02010609060101010101" charset="-122"/>
                <a:cs typeface="Times New Roman" panose="02020603050405020304" pitchFamily="18" charset="0"/>
                <a:sym typeface="+mn-ea"/>
              </a:rPr>
              <a:t>xxxxxxxxxxxxxxxxxxxxxxxxxxxxxxxxxxxxxxxxxxxxxxxxxxxxxxxxxxxxxxxxxxxxxxxxxxxxxxx</a:t>
            </a:r>
            <a:endParaRPr lang="zh-CN" altLang="en-US" sz="1600" dirty="0">
              <a:latin typeface="Times New Roman" panose="02020603050405020304" pitchFamily="18" charset="0"/>
              <a:ea typeface="楷体" panose="02010609060101010101" charset="-122"/>
              <a:cs typeface="Times New Roman" panose="02020603050405020304" pitchFamily="18" charset="0"/>
              <a:sym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284711583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advClick="0" advTm="41000"/>
    </mc:Choice>
    <mc:Fallback xmlns="">
      <p:transition advClick="0" advTm="41000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2D940F-A6F3-F554-2233-AF00EE3AC5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2E24E660-6B8E-8BEC-342D-0B7FCA016CC1}"/>
              </a:ext>
            </a:extLst>
          </p:cNvPr>
          <p:cNvSpPr txBox="1"/>
          <p:nvPr/>
        </p:nvSpPr>
        <p:spPr>
          <a:xfrm>
            <a:off x="408406" y="116818"/>
            <a:ext cx="9273093" cy="5141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1" algn="l" defTabSz="1088390">
              <a:lnSpc>
                <a:spcPts val="35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Tx/>
              <a:defRPr/>
            </a:pPr>
            <a:r>
              <a:rPr lang="zh-CN" altLang="en-US" sz="2800" b="1" spc="100" dirty="0">
                <a:solidFill>
                  <a:schemeClr val="bg1"/>
                </a:solidFill>
                <a:latin typeface="Times New Roman" panose="02020603050405020304" pitchFamily="18" charset="0"/>
                <a:ea typeface="Microsoft YaHei" panose="020B0503020204020204" charset="-122"/>
                <a:cs typeface="Times New Roman" panose="02020603050405020304" pitchFamily="18" charset="0"/>
                <a:sym typeface="+mn-lt"/>
              </a:rPr>
              <a:t>研究概述</a:t>
            </a:r>
            <a:endParaRPr lang="zh-CN" sz="2800" b="1" spc="100" dirty="0">
              <a:solidFill>
                <a:schemeClr val="bg1"/>
              </a:solidFill>
              <a:latin typeface="Times New Roman" panose="02020603050405020304" pitchFamily="18" charset="0"/>
              <a:ea typeface="Microsoft YaHei" panose="020B0503020204020204" charset="-122"/>
              <a:cs typeface="Times New Roman" panose="02020603050405020304" pitchFamily="18" charset="0"/>
              <a:sym typeface="+mn-lt"/>
            </a:endParaRP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C5901661-3D0F-CF8E-5023-AC7F955FBC59}"/>
              </a:ext>
            </a:extLst>
          </p:cNvPr>
          <p:cNvSpPr/>
          <p:nvPr/>
        </p:nvSpPr>
        <p:spPr>
          <a:xfrm>
            <a:off x="704335" y="1705233"/>
            <a:ext cx="6141308" cy="324982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6000" dirty="0"/>
              <a:t>图</a:t>
            </a:r>
            <a:r>
              <a:rPr lang="en-US" altLang="zh-CN" sz="6000" dirty="0"/>
              <a:t>/</a:t>
            </a:r>
            <a:r>
              <a:rPr lang="zh-CN" altLang="en-US" sz="6000" dirty="0"/>
              <a:t>表</a:t>
            </a:r>
          </a:p>
        </p:txBody>
      </p:sp>
      <p:sp>
        <p:nvSpPr>
          <p:cNvPr id="32" name="文本框 31">
            <a:extLst>
              <a:ext uri="{FF2B5EF4-FFF2-40B4-BE49-F238E27FC236}">
                <a16:creationId xmlns:a16="http://schemas.microsoft.com/office/drawing/2014/main" id="{0ACC1451-AEB8-AE53-E673-44390C5D0D45}"/>
              </a:ext>
            </a:extLst>
          </p:cNvPr>
          <p:cNvSpPr txBox="1"/>
          <p:nvPr/>
        </p:nvSpPr>
        <p:spPr>
          <a:xfrm>
            <a:off x="8303122" y="2622260"/>
            <a:ext cx="3559364" cy="141577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 fontAlgn="auto">
              <a:lnSpc>
                <a:spcPct val="100000"/>
              </a:lnSpc>
              <a:spcAft>
                <a:spcPts val="800"/>
              </a:spcAft>
              <a:buFont typeface="Wingdings" panose="05000000000000000000" charset="0"/>
              <a:buChar char="u"/>
            </a:pPr>
            <a:r>
              <a:rPr lang="en-US" altLang="zh-CN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ea typeface="楷体" panose="02010609060101010101" charset="-122"/>
                <a:cs typeface="Times New Roman" panose="02020603050405020304" pitchFamily="18" charset="0"/>
                <a:sym typeface="+mn-ea"/>
              </a:rPr>
              <a:t>xxx：</a:t>
            </a:r>
            <a:endParaRPr lang="zh-CN" altLang="en-US" dirty="0">
              <a:latin typeface="Times New Roman" panose="02020603050405020304" pitchFamily="18" charset="0"/>
              <a:ea typeface="楷体" panose="02010609060101010101" charset="-122"/>
              <a:cs typeface="Times New Roman" panose="02020603050405020304" pitchFamily="18" charset="0"/>
            </a:endParaRPr>
          </a:p>
          <a:p>
            <a:pPr marL="285750" indent="-285750" fontAlgn="auto">
              <a:spcAft>
                <a:spcPts val="800"/>
              </a:spcAft>
              <a:buFont typeface="Wingdings" panose="05000000000000000000" charset="0"/>
              <a:buChar char="Ø"/>
            </a:pPr>
            <a:r>
              <a:rPr lang="en-US" altLang="zh-CN" sz="1600" u="sng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ea typeface="楷体" panose="02010609060101010101" charset="-122"/>
                <a:cs typeface="Times New Roman" panose="02020603050405020304" pitchFamily="18" charset="0"/>
                <a:sym typeface="+mn-ea"/>
              </a:rPr>
              <a:t>xxx</a:t>
            </a:r>
            <a:r>
              <a:rPr lang="zh-CN" altLang="en-US" sz="1600" dirty="0">
                <a:latin typeface="Times New Roman" panose="02020603050405020304" pitchFamily="18" charset="0"/>
                <a:ea typeface="楷体" panose="02010609060101010101" charset="-122"/>
                <a:cs typeface="Times New Roman" panose="02020603050405020304" pitchFamily="18" charset="0"/>
                <a:sym typeface="+mn-ea"/>
              </a:rPr>
              <a:t>：</a:t>
            </a:r>
            <a:r>
              <a:rPr lang="en-US" altLang="zh-CN" sz="1600" dirty="0">
                <a:latin typeface="Times New Roman" panose="02020603050405020304" pitchFamily="18" charset="0"/>
                <a:ea typeface="楷体" panose="02010609060101010101" charset="-122"/>
                <a:cs typeface="Times New Roman" panose="02020603050405020304" pitchFamily="18" charset="0"/>
                <a:sym typeface="+mn-ea"/>
              </a:rPr>
              <a:t>xxx</a:t>
            </a:r>
            <a:r>
              <a:rPr lang="zh-CN" altLang="en-US" sz="1600" dirty="0">
                <a:latin typeface="Times New Roman" panose="02020603050405020304" pitchFamily="18" charset="0"/>
                <a:ea typeface="楷体" panose="02010609060101010101" charset="-122"/>
                <a:cs typeface="Times New Roman" panose="02020603050405020304" pitchFamily="18" charset="0"/>
                <a:sym typeface="+mn-ea"/>
              </a:rPr>
              <a:t>；</a:t>
            </a:r>
          </a:p>
          <a:p>
            <a:pPr marL="285750" indent="-285750" fontAlgn="auto">
              <a:spcAft>
                <a:spcPts val="800"/>
              </a:spcAft>
              <a:buFont typeface="Wingdings" panose="05000000000000000000" charset="0"/>
              <a:buChar char="Ø"/>
            </a:pPr>
            <a:r>
              <a:rPr lang="en-US" altLang="zh-CN" sz="1600" u="sng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ea typeface="楷体" panose="02010609060101010101" charset="-122"/>
                <a:cs typeface="Times New Roman" panose="02020603050405020304" pitchFamily="18" charset="0"/>
                <a:sym typeface="+mn-ea"/>
              </a:rPr>
              <a:t>xxx</a:t>
            </a:r>
            <a:r>
              <a:rPr lang="zh-CN" altLang="en-US" sz="1600" dirty="0">
                <a:latin typeface="Times New Roman" panose="02020603050405020304" pitchFamily="18" charset="0"/>
                <a:ea typeface="楷体" panose="02010609060101010101" charset="-122"/>
                <a:cs typeface="Times New Roman" panose="02020603050405020304" pitchFamily="18" charset="0"/>
                <a:sym typeface="+mn-ea"/>
              </a:rPr>
              <a:t>：</a:t>
            </a:r>
            <a:r>
              <a:rPr lang="en-US" altLang="zh-CN" sz="1600" dirty="0">
                <a:latin typeface="Times New Roman" panose="02020603050405020304" pitchFamily="18" charset="0"/>
                <a:ea typeface="楷体" panose="02010609060101010101" charset="-122"/>
                <a:cs typeface="Times New Roman" panose="02020603050405020304" pitchFamily="18" charset="0"/>
                <a:sym typeface="+mn-ea"/>
              </a:rPr>
              <a:t>xxx</a:t>
            </a:r>
            <a:r>
              <a:rPr lang="zh-CN" altLang="en-US" sz="1600" dirty="0">
                <a:latin typeface="Times New Roman" panose="02020603050405020304" pitchFamily="18" charset="0"/>
                <a:ea typeface="楷体" panose="02010609060101010101" charset="-122"/>
                <a:cs typeface="Times New Roman" panose="02020603050405020304" pitchFamily="18" charset="0"/>
                <a:sym typeface="+mn-ea"/>
              </a:rPr>
              <a:t>；</a:t>
            </a:r>
            <a:endParaRPr lang="zh-CN" altLang="en-US" sz="1600" u="sng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Times New Roman" panose="02020603050405020304" pitchFamily="18" charset="0"/>
              <a:ea typeface="楷体" panose="02010609060101010101" charset="-122"/>
              <a:cs typeface="Times New Roman" panose="02020603050405020304" pitchFamily="18" charset="0"/>
              <a:sym typeface="+mn-ea"/>
            </a:endParaRPr>
          </a:p>
          <a:p>
            <a:pPr marL="285750" indent="-285750" algn="l" fontAlgn="auto">
              <a:spcAft>
                <a:spcPts val="800"/>
              </a:spcAft>
              <a:buClrTx/>
              <a:buSzTx/>
              <a:buFont typeface="Wingdings" panose="05000000000000000000" charset="0"/>
              <a:buChar char="Ø"/>
            </a:pPr>
            <a:r>
              <a:rPr lang="en-US" altLang="zh-CN" sz="1600" u="sng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ea typeface="楷体" panose="02010609060101010101" charset="-122"/>
                <a:cs typeface="Times New Roman" panose="02020603050405020304" pitchFamily="18" charset="0"/>
                <a:sym typeface="+mn-ea"/>
              </a:rPr>
              <a:t>xxx</a:t>
            </a:r>
            <a:r>
              <a:rPr lang="zh-CN" altLang="en-US" sz="1600" dirty="0">
                <a:latin typeface="Times New Roman" panose="02020603050405020304" pitchFamily="18" charset="0"/>
                <a:ea typeface="楷体" panose="02010609060101010101" charset="-122"/>
                <a:cs typeface="Times New Roman" panose="02020603050405020304" pitchFamily="18" charset="0"/>
                <a:sym typeface="+mn-ea"/>
              </a:rPr>
              <a:t>：</a:t>
            </a:r>
            <a:r>
              <a:rPr lang="en-US" altLang="zh-CN" sz="1600" dirty="0">
                <a:latin typeface="Times New Roman" panose="02020603050405020304" pitchFamily="18" charset="0"/>
                <a:ea typeface="楷体" panose="02010609060101010101" charset="-122"/>
                <a:cs typeface="Times New Roman" panose="02020603050405020304" pitchFamily="18" charset="0"/>
                <a:sym typeface="+mn-ea"/>
              </a:rPr>
              <a:t>xxx</a:t>
            </a:r>
            <a:r>
              <a:rPr lang="zh-CN" altLang="en-US" sz="1600" dirty="0">
                <a:latin typeface="Times New Roman" panose="02020603050405020304" pitchFamily="18" charset="0"/>
                <a:ea typeface="楷体" panose="02010609060101010101" charset="-122"/>
                <a:cs typeface="Times New Roman" panose="02020603050405020304" pitchFamily="18" charset="0"/>
                <a:sym typeface="+mn-ea"/>
              </a:rPr>
              <a:t>；</a:t>
            </a:r>
          </a:p>
        </p:txBody>
      </p:sp>
      <p:sp>
        <p:nvSpPr>
          <p:cNvPr id="34" name="文本框 33">
            <a:extLst>
              <a:ext uri="{FF2B5EF4-FFF2-40B4-BE49-F238E27FC236}">
                <a16:creationId xmlns:a16="http://schemas.microsoft.com/office/drawing/2014/main" id="{FE124CA0-665E-C0F0-4108-F5606F2561DB}"/>
              </a:ext>
            </a:extLst>
          </p:cNvPr>
          <p:cNvSpPr txBox="1"/>
          <p:nvPr/>
        </p:nvSpPr>
        <p:spPr>
          <a:xfrm>
            <a:off x="1001454" y="6139017"/>
            <a:ext cx="10996957" cy="405482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marL="285750" indent="-285750" fontAlgn="auto">
              <a:spcAft>
                <a:spcPts val="800"/>
              </a:spcAft>
              <a:buFont typeface="Wingdings" panose="05000000000000000000" charset="0"/>
              <a:buChar char="u"/>
            </a:pPr>
            <a:r>
              <a:rPr lang="en-US" altLang="zh-CN" sz="16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ea typeface="楷体" panose="02010609060101010101" charset="-122"/>
                <a:cs typeface="Times New Roman" panose="02020603050405020304" pitchFamily="18" charset="0"/>
                <a:sym typeface="+mn-ea"/>
              </a:rPr>
              <a:t>xxx</a:t>
            </a:r>
            <a:r>
              <a:rPr lang="zh-CN" altLang="en-US" sz="1600" dirty="0">
                <a:latin typeface="Times New Roman" panose="02020603050405020304" pitchFamily="18" charset="0"/>
                <a:ea typeface="楷体" panose="02010609060101010101" charset="-122"/>
                <a:cs typeface="Times New Roman" panose="02020603050405020304" pitchFamily="18" charset="0"/>
                <a:sym typeface="+mn-ea"/>
              </a:rPr>
              <a:t>：</a:t>
            </a:r>
            <a:r>
              <a:rPr lang="en-US" altLang="zh-CN" sz="1600" dirty="0">
                <a:latin typeface="Times New Roman" panose="02020603050405020304" pitchFamily="18" charset="0"/>
                <a:ea typeface="楷体" panose="02010609060101010101" charset="-122"/>
                <a:cs typeface="Times New Roman" panose="02020603050405020304" pitchFamily="18" charset="0"/>
                <a:sym typeface="+mn-ea"/>
              </a:rPr>
              <a:t>1</a:t>
            </a:r>
            <a:r>
              <a:rPr lang="zh-CN" altLang="en-US" sz="1600" dirty="0">
                <a:latin typeface="Times New Roman" panose="02020603050405020304" pitchFamily="18" charset="0"/>
                <a:ea typeface="楷体" panose="02010609060101010101" charset="-122"/>
                <a:cs typeface="Times New Roman" panose="02020603050405020304" pitchFamily="18" charset="0"/>
                <a:sym typeface="+mn-ea"/>
              </a:rPr>
              <a:t>，</a:t>
            </a:r>
            <a:r>
              <a:rPr lang="en-US" altLang="zh-CN" sz="1600" dirty="0">
                <a:latin typeface="Times New Roman" panose="02020603050405020304" pitchFamily="18" charset="0"/>
                <a:ea typeface="楷体" panose="02010609060101010101" charset="-122"/>
                <a:cs typeface="Times New Roman" panose="02020603050405020304" pitchFamily="18" charset="0"/>
                <a:sym typeface="+mn-ea"/>
              </a:rPr>
              <a:t>2</a:t>
            </a:r>
            <a:r>
              <a:rPr lang="zh-CN" altLang="en-US" sz="1600" dirty="0">
                <a:latin typeface="Times New Roman" panose="02020603050405020304" pitchFamily="18" charset="0"/>
                <a:ea typeface="楷体" panose="02010609060101010101" charset="-122"/>
                <a:cs typeface="Times New Roman" panose="02020603050405020304" pitchFamily="18" charset="0"/>
                <a:sym typeface="+mn-ea"/>
              </a:rPr>
              <a:t>句话总结。</a:t>
            </a:r>
            <a:r>
              <a:rPr lang="en-US" altLang="zh-CN" sz="1600" dirty="0">
                <a:latin typeface="Times New Roman" panose="02020603050405020304" pitchFamily="18" charset="0"/>
                <a:ea typeface="楷体" panose="02010609060101010101" charset="-122"/>
                <a:cs typeface="Times New Roman" panose="02020603050405020304" pitchFamily="18" charset="0"/>
                <a:sym typeface="+mn-ea"/>
              </a:rPr>
              <a:t>xxxxxxxxxxxxxxxxxxxxxxxxxxxxxxxxxxxxxxxxxxxxxxxxxxxxxxxxxxxxxxxxxxxxxxxxxxxxxxx</a:t>
            </a:r>
            <a:endParaRPr lang="zh-CN" altLang="en-US" sz="1600" dirty="0">
              <a:latin typeface="Times New Roman" panose="02020603050405020304" pitchFamily="18" charset="0"/>
              <a:ea typeface="楷体" panose="02010609060101010101" charset="-122"/>
              <a:cs typeface="Times New Roman" panose="02020603050405020304" pitchFamily="18" charset="0"/>
              <a:sym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98275341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advClick="0" advTm="41000"/>
    </mc:Choice>
    <mc:Fallback xmlns="">
      <p:transition advClick="0" advTm="41000"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27ED28-ACB0-404D-E64E-99BAFA2411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37DA0B72-021E-1B58-9E93-71BFFE8A2249}"/>
              </a:ext>
            </a:extLst>
          </p:cNvPr>
          <p:cNvSpPr txBox="1"/>
          <p:nvPr/>
        </p:nvSpPr>
        <p:spPr>
          <a:xfrm>
            <a:off x="408406" y="116818"/>
            <a:ext cx="9273093" cy="5141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1" algn="l" defTabSz="1088390">
              <a:lnSpc>
                <a:spcPts val="35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Tx/>
              <a:defRPr/>
            </a:pPr>
            <a:r>
              <a:rPr lang="zh-CN" altLang="en-US" sz="2800" b="1" spc="100" dirty="0">
                <a:solidFill>
                  <a:schemeClr val="bg1"/>
                </a:solidFill>
                <a:latin typeface="Times New Roman" panose="02020603050405020304" pitchFamily="18" charset="0"/>
                <a:ea typeface="Microsoft YaHei" panose="020B0503020204020204" charset="-122"/>
                <a:cs typeface="Times New Roman" panose="02020603050405020304" pitchFamily="18" charset="0"/>
                <a:sym typeface="+mn-lt"/>
              </a:rPr>
              <a:t>研究内容一</a:t>
            </a:r>
            <a:endParaRPr lang="zh-CN" sz="2800" b="1" spc="100" dirty="0">
              <a:solidFill>
                <a:schemeClr val="bg1"/>
              </a:solidFill>
              <a:latin typeface="Times New Roman" panose="02020603050405020304" pitchFamily="18" charset="0"/>
              <a:ea typeface="Microsoft YaHei" panose="020B0503020204020204" charset="-122"/>
              <a:cs typeface="Times New Roman" panose="02020603050405020304" pitchFamily="18" charset="0"/>
              <a:sym typeface="+mn-lt"/>
            </a:endParaRP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61FECE7E-237C-F1DC-F8DA-638BF2616D91}"/>
              </a:ext>
            </a:extLst>
          </p:cNvPr>
          <p:cNvSpPr/>
          <p:nvPr/>
        </p:nvSpPr>
        <p:spPr>
          <a:xfrm>
            <a:off x="704335" y="1705233"/>
            <a:ext cx="6141308" cy="324982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6000" dirty="0"/>
              <a:t>图</a:t>
            </a:r>
            <a:r>
              <a:rPr lang="en-US" altLang="zh-CN" sz="6000" dirty="0"/>
              <a:t>/</a:t>
            </a:r>
            <a:r>
              <a:rPr lang="zh-CN" altLang="en-US" sz="6000" dirty="0"/>
              <a:t>表</a:t>
            </a:r>
          </a:p>
        </p:txBody>
      </p:sp>
      <p:sp>
        <p:nvSpPr>
          <p:cNvPr id="32" name="文本框 31">
            <a:extLst>
              <a:ext uri="{FF2B5EF4-FFF2-40B4-BE49-F238E27FC236}">
                <a16:creationId xmlns:a16="http://schemas.microsoft.com/office/drawing/2014/main" id="{9688E37E-DE6A-4037-4DCC-7C4CE00CC303}"/>
              </a:ext>
            </a:extLst>
          </p:cNvPr>
          <p:cNvSpPr txBox="1"/>
          <p:nvPr/>
        </p:nvSpPr>
        <p:spPr>
          <a:xfrm>
            <a:off x="8303122" y="2622260"/>
            <a:ext cx="3559364" cy="141577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 fontAlgn="auto">
              <a:lnSpc>
                <a:spcPct val="100000"/>
              </a:lnSpc>
              <a:spcAft>
                <a:spcPts val="800"/>
              </a:spcAft>
              <a:buFont typeface="Wingdings" panose="05000000000000000000" charset="0"/>
              <a:buChar char="u"/>
            </a:pPr>
            <a:r>
              <a:rPr lang="en-US" altLang="zh-CN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ea typeface="楷体" panose="02010609060101010101" charset="-122"/>
                <a:cs typeface="Times New Roman" panose="02020603050405020304" pitchFamily="18" charset="0"/>
                <a:sym typeface="+mn-ea"/>
              </a:rPr>
              <a:t>xxx：</a:t>
            </a:r>
            <a:endParaRPr lang="zh-CN" altLang="en-US" dirty="0">
              <a:latin typeface="Times New Roman" panose="02020603050405020304" pitchFamily="18" charset="0"/>
              <a:ea typeface="楷体" panose="02010609060101010101" charset="-122"/>
              <a:cs typeface="Times New Roman" panose="02020603050405020304" pitchFamily="18" charset="0"/>
            </a:endParaRPr>
          </a:p>
          <a:p>
            <a:pPr marL="285750" indent="-285750" fontAlgn="auto">
              <a:spcAft>
                <a:spcPts val="800"/>
              </a:spcAft>
              <a:buFont typeface="Wingdings" panose="05000000000000000000" charset="0"/>
              <a:buChar char="Ø"/>
            </a:pPr>
            <a:r>
              <a:rPr lang="en-US" altLang="zh-CN" sz="1600" u="sng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ea typeface="楷体" panose="02010609060101010101" charset="-122"/>
                <a:cs typeface="Times New Roman" panose="02020603050405020304" pitchFamily="18" charset="0"/>
                <a:sym typeface="+mn-ea"/>
              </a:rPr>
              <a:t>xxx</a:t>
            </a:r>
            <a:r>
              <a:rPr lang="zh-CN" altLang="en-US" sz="1600" dirty="0">
                <a:latin typeface="Times New Roman" panose="02020603050405020304" pitchFamily="18" charset="0"/>
                <a:ea typeface="楷体" panose="02010609060101010101" charset="-122"/>
                <a:cs typeface="Times New Roman" panose="02020603050405020304" pitchFamily="18" charset="0"/>
                <a:sym typeface="+mn-ea"/>
              </a:rPr>
              <a:t>：</a:t>
            </a:r>
            <a:r>
              <a:rPr lang="en-US" altLang="zh-CN" sz="1600" dirty="0">
                <a:latin typeface="Times New Roman" panose="02020603050405020304" pitchFamily="18" charset="0"/>
                <a:ea typeface="楷体" panose="02010609060101010101" charset="-122"/>
                <a:cs typeface="Times New Roman" panose="02020603050405020304" pitchFamily="18" charset="0"/>
                <a:sym typeface="+mn-ea"/>
              </a:rPr>
              <a:t>xxx</a:t>
            </a:r>
            <a:r>
              <a:rPr lang="zh-CN" altLang="en-US" sz="1600" dirty="0">
                <a:latin typeface="Times New Roman" panose="02020603050405020304" pitchFamily="18" charset="0"/>
                <a:ea typeface="楷体" panose="02010609060101010101" charset="-122"/>
                <a:cs typeface="Times New Roman" panose="02020603050405020304" pitchFamily="18" charset="0"/>
                <a:sym typeface="+mn-ea"/>
              </a:rPr>
              <a:t>；</a:t>
            </a:r>
          </a:p>
          <a:p>
            <a:pPr marL="285750" indent="-285750" fontAlgn="auto">
              <a:spcAft>
                <a:spcPts val="800"/>
              </a:spcAft>
              <a:buFont typeface="Wingdings" panose="05000000000000000000" charset="0"/>
              <a:buChar char="Ø"/>
            </a:pPr>
            <a:r>
              <a:rPr lang="en-US" altLang="zh-CN" sz="1600" u="sng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ea typeface="楷体" panose="02010609060101010101" charset="-122"/>
                <a:cs typeface="Times New Roman" panose="02020603050405020304" pitchFamily="18" charset="0"/>
                <a:sym typeface="+mn-ea"/>
              </a:rPr>
              <a:t>xxx</a:t>
            </a:r>
            <a:r>
              <a:rPr lang="zh-CN" altLang="en-US" sz="1600" dirty="0">
                <a:latin typeface="Times New Roman" panose="02020603050405020304" pitchFamily="18" charset="0"/>
                <a:ea typeface="楷体" panose="02010609060101010101" charset="-122"/>
                <a:cs typeface="Times New Roman" panose="02020603050405020304" pitchFamily="18" charset="0"/>
                <a:sym typeface="+mn-ea"/>
              </a:rPr>
              <a:t>：</a:t>
            </a:r>
            <a:r>
              <a:rPr lang="en-US" altLang="zh-CN" sz="1600" dirty="0">
                <a:latin typeface="Times New Roman" panose="02020603050405020304" pitchFamily="18" charset="0"/>
                <a:ea typeface="楷体" panose="02010609060101010101" charset="-122"/>
                <a:cs typeface="Times New Roman" panose="02020603050405020304" pitchFamily="18" charset="0"/>
                <a:sym typeface="+mn-ea"/>
              </a:rPr>
              <a:t>xxx</a:t>
            </a:r>
            <a:r>
              <a:rPr lang="zh-CN" altLang="en-US" sz="1600" dirty="0">
                <a:latin typeface="Times New Roman" panose="02020603050405020304" pitchFamily="18" charset="0"/>
                <a:ea typeface="楷体" panose="02010609060101010101" charset="-122"/>
                <a:cs typeface="Times New Roman" panose="02020603050405020304" pitchFamily="18" charset="0"/>
                <a:sym typeface="+mn-ea"/>
              </a:rPr>
              <a:t>；</a:t>
            </a:r>
            <a:endParaRPr lang="zh-CN" altLang="en-US" sz="1600" u="sng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Times New Roman" panose="02020603050405020304" pitchFamily="18" charset="0"/>
              <a:ea typeface="楷体" panose="02010609060101010101" charset="-122"/>
              <a:cs typeface="Times New Roman" panose="02020603050405020304" pitchFamily="18" charset="0"/>
              <a:sym typeface="+mn-ea"/>
            </a:endParaRPr>
          </a:p>
          <a:p>
            <a:pPr marL="285750" indent="-285750" algn="l" fontAlgn="auto">
              <a:spcAft>
                <a:spcPts val="800"/>
              </a:spcAft>
              <a:buClrTx/>
              <a:buSzTx/>
              <a:buFont typeface="Wingdings" panose="05000000000000000000" charset="0"/>
              <a:buChar char="Ø"/>
            </a:pPr>
            <a:r>
              <a:rPr lang="en-US" altLang="zh-CN" sz="1600" u="sng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ea typeface="楷体" panose="02010609060101010101" charset="-122"/>
                <a:cs typeface="Times New Roman" panose="02020603050405020304" pitchFamily="18" charset="0"/>
                <a:sym typeface="+mn-ea"/>
              </a:rPr>
              <a:t>xxx</a:t>
            </a:r>
            <a:r>
              <a:rPr lang="zh-CN" altLang="en-US" sz="1600" dirty="0">
                <a:latin typeface="Times New Roman" panose="02020603050405020304" pitchFamily="18" charset="0"/>
                <a:ea typeface="楷体" panose="02010609060101010101" charset="-122"/>
                <a:cs typeface="Times New Roman" panose="02020603050405020304" pitchFamily="18" charset="0"/>
                <a:sym typeface="+mn-ea"/>
              </a:rPr>
              <a:t>：</a:t>
            </a:r>
            <a:r>
              <a:rPr lang="en-US" altLang="zh-CN" sz="1600" dirty="0">
                <a:latin typeface="Times New Roman" panose="02020603050405020304" pitchFamily="18" charset="0"/>
                <a:ea typeface="楷体" panose="02010609060101010101" charset="-122"/>
                <a:cs typeface="Times New Roman" panose="02020603050405020304" pitchFamily="18" charset="0"/>
                <a:sym typeface="+mn-ea"/>
              </a:rPr>
              <a:t>xxx</a:t>
            </a:r>
            <a:r>
              <a:rPr lang="zh-CN" altLang="en-US" sz="1600" dirty="0">
                <a:latin typeface="Times New Roman" panose="02020603050405020304" pitchFamily="18" charset="0"/>
                <a:ea typeface="楷体" panose="02010609060101010101" charset="-122"/>
                <a:cs typeface="Times New Roman" panose="02020603050405020304" pitchFamily="18" charset="0"/>
                <a:sym typeface="+mn-ea"/>
              </a:rPr>
              <a:t>；</a:t>
            </a:r>
          </a:p>
        </p:txBody>
      </p:sp>
      <p:sp>
        <p:nvSpPr>
          <p:cNvPr id="34" name="文本框 33">
            <a:extLst>
              <a:ext uri="{FF2B5EF4-FFF2-40B4-BE49-F238E27FC236}">
                <a16:creationId xmlns:a16="http://schemas.microsoft.com/office/drawing/2014/main" id="{F502A626-F36D-0340-C0AF-B8AB693B037D}"/>
              </a:ext>
            </a:extLst>
          </p:cNvPr>
          <p:cNvSpPr txBox="1"/>
          <p:nvPr/>
        </p:nvSpPr>
        <p:spPr>
          <a:xfrm>
            <a:off x="1001454" y="6139017"/>
            <a:ext cx="10996957" cy="405482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marL="285750" indent="-285750" fontAlgn="auto">
              <a:spcAft>
                <a:spcPts val="800"/>
              </a:spcAft>
              <a:buFont typeface="Wingdings" panose="05000000000000000000" charset="0"/>
              <a:buChar char="u"/>
            </a:pPr>
            <a:r>
              <a:rPr lang="en-US" altLang="zh-CN" sz="16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ea typeface="楷体" panose="02010609060101010101" charset="-122"/>
                <a:cs typeface="Times New Roman" panose="02020603050405020304" pitchFamily="18" charset="0"/>
                <a:sym typeface="+mn-ea"/>
              </a:rPr>
              <a:t>xxx</a:t>
            </a:r>
            <a:r>
              <a:rPr lang="zh-CN" altLang="en-US" sz="1600" dirty="0">
                <a:latin typeface="Times New Roman" panose="02020603050405020304" pitchFamily="18" charset="0"/>
                <a:ea typeface="楷体" panose="02010609060101010101" charset="-122"/>
                <a:cs typeface="Times New Roman" panose="02020603050405020304" pitchFamily="18" charset="0"/>
                <a:sym typeface="+mn-ea"/>
              </a:rPr>
              <a:t>：</a:t>
            </a:r>
            <a:r>
              <a:rPr lang="en-US" altLang="zh-CN" sz="1600" dirty="0">
                <a:latin typeface="Times New Roman" panose="02020603050405020304" pitchFamily="18" charset="0"/>
                <a:ea typeface="楷体" panose="02010609060101010101" charset="-122"/>
                <a:cs typeface="Times New Roman" panose="02020603050405020304" pitchFamily="18" charset="0"/>
                <a:sym typeface="+mn-ea"/>
              </a:rPr>
              <a:t>1</a:t>
            </a:r>
            <a:r>
              <a:rPr lang="zh-CN" altLang="en-US" sz="1600" dirty="0">
                <a:latin typeface="Times New Roman" panose="02020603050405020304" pitchFamily="18" charset="0"/>
                <a:ea typeface="楷体" panose="02010609060101010101" charset="-122"/>
                <a:cs typeface="Times New Roman" panose="02020603050405020304" pitchFamily="18" charset="0"/>
                <a:sym typeface="+mn-ea"/>
              </a:rPr>
              <a:t>，</a:t>
            </a:r>
            <a:r>
              <a:rPr lang="en-US" altLang="zh-CN" sz="1600" dirty="0">
                <a:latin typeface="Times New Roman" panose="02020603050405020304" pitchFamily="18" charset="0"/>
                <a:ea typeface="楷体" panose="02010609060101010101" charset="-122"/>
                <a:cs typeface="Times New Roman" panose="02020603050405020304" pitchFamily="18" charset="0"/>
                <a:sym typeface="+mn-ea"/>
              </a:rPr>
              <a:t>2</a:t>
            </a:r>
            <a:r>
              <a:rPr lang="zh-CN" altLang="en-US" sz="1600" dirty="0">
                <a:latin typeface="Times New Roman" panose="02020603050405020304" pitchFamily="18" charset="0"/>
                <a:ea typeface="楷体" panose="02010609060101010101" charset="-122"/>
                <a:cs typeface="Times New Roman" panose="02020603050405020304" pitchFamily="18" charset="0"/>
                <a:sym typeface="+mn-ea"/>
              </a:rPr>
              <a:t>句话总结。</a:t>
            </a:r>
            <a:r>
              <a:rPr lang="en-US" altLang="zh-CN" sz="1600" dirty="0">
                <a:latin typeface="Times New Roman" panose="02020603050405020304" pitchFamily="18" charset="0"/>
                <a:ea typeface="楷体" panose="02010609060101010101" charset="-122"/>
                <a:cs typeface="Times New Roman" panose="02020603050405020304" pitchFamily="18" charset="0"/>
                <a:sym typeface="+mn-ea"/>
              </a:rPr>
              <a:t>xxxxxxxxxxxxxxxxxxxxxxxxxxxxxxxxxxxxxxxxxxxxxxxxxxxxxxxxxxxxxxxxxxxxxxxxxxxxxxx</a:t>
            </a:r>
            <a:endParaRPr lang="zh-CN" altLang="en-US" sz="1600" dirty="0">
              <a:latin typeface="Times New Roman" panose="02020603050405020304" pitchFamily="18" charset="0"/>
              <a:ea typeface="楷体" panose="02010609060101010101" charset="-122"/>
              <a:cs typeface="Times New Roman" panose="02020603050405020304" pitchFamily="18" charset="0"/>
              <a:sym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305634646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advClick="0" advTm="41000"/>
    </mc:Choice>
    <mc:Fallback xmlns="">
      <p:transition advClick="0" advTm="41000"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C8436C-688C-5175-D986-C9BF33B5D7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67312BBC-961C-EE5A-C715-11EBA236EB9E}"/>
              </a:ext>
            </a:extLst>
          </p:cNvPr>
          <p:cNvSpPr txBox="1"/>
          <p:nvPr/>
        </p:nvSpPr>
        <p:spPr>
          <a:xfrm>
            <a:off x="408406" y="116818"/>
            <a:ext cx="9273093" cy="5141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1" algn="l" defTabSz="1088390">
              <a:lnSpc>
                <a:spcPts val="35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Tx/>
              <a:defRPr/>
            </a:pPr>
            <a:r>
              <a:rPr lang="zh-CN" altLang="en-US" sz="2800" b="1" spc="100" dirty="0">
                <a:solidFill>
                  <a:schemeClr val="bg1"/>
                </a:solidFill>
                <a:latin typeface="Times New Roman" panose="02020603050405020304" pitchFamily="18" charset="0"/>
                <a:ea typeface="Microsoft YaHei" panose="020B0503020204020204" charset="-122"/>
                <a:cs typeface="Times New Roman" panose="02020603050405020304" pitchFamily="18" charset="0"/>
                <a:sym typeface="+mn-lt"/>
              </a:rPr>
              <a:t>研究技术路线一</a:t>
            </a:r>
            <a:endParaRPr lang="zh-CN" sz="2800" b="1" spc="100" dirty="0">
              <a:solidFill>
                <a:schemeClr val="bg1"/>
              </a:solidFill>
              <a:latin typeface="Times New Roman" panose="02020603050405020304" pitchFamily="18" charset="0"/>
              <a:ea typeface="Microsoft YaHei" panose="020B0503020204020204" charset="-122"/>
              <a:cs typeface="Times New Roman" panose="02020603050405020304" pitchFamily="18" charset="0"/>
              <a:sym typeface="+mn-lt"/>
            </a:endParaRP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114C41C7-54B7-427F-9823-C66EA76CC4BF}"/>
              </a:ext>
            </a:extLst>
          </p:cNvPr>
          <p:cNvSpPr/>
          <p:nvPr/>
        </p:nvSpPr>
        <p:spPr>
          <a:xfrm>
            <a:off x="704335" y="1705233"/>
            <a:ext cx="6141308" cy="324982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6000" dirty="0"/>
              <a:t>图</a:t>
            </a:r>
            <a:r>
              <a:rPr lang="en-US" altLang="zh-CN" sz="6000" dirty="0"/>
              <a:t>/</a:t>
            </a:r>
            <a:r>
              <a:rPr lang="zh-CN" altLang="en-US" sz="6000" dirty="0"/>
              <a:t>表</a:t>
            </a:r>
          </a:p>
        </p:txBody>
      </p:sp>
      <p:sp>
        <p:nvSpPr>
          <p:cNvPr id="32" name="文本框 31">
            <a:extLst>
              <a:ext uri="{FF2B5EF4-FFF2-40B4-BE49-F238E27FC236}">
                <a16:creationId xmlns:a16="http://schemas.microsoft.com/office/drawing/2014/main" id="{45577038-77AB-5EFB-86D5-9516449AF5D0}"/>
              </a:ext>
            </a:extLst>
          </p:cNvPr>
          <p:cNvSpPr txBox="1"/>
          <p:nvPr/>
        </p:nvSpPr>
        <p:spPr>
          <a:xfrm>
            <a:off x="8303122" y="2622260"/>
            <a:ext cx="3559364" cy="141577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 fontAlgn="auto">
              <a:lnSpc>
                <a:spcPct val="100000"/>
              </a:lnSpc>
              <a:spcAft>
                <a:spcPts val="800"/>
              </a:spcAft>
              <a:buFont typeface="Wingdings" panose="05000000000000000000" charset="0"/>
              <a:buChar char="u"/>
            </a:pPr>
            <a:r>
              <a:rPr lang="en-US" altLang="zh-CN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ea typeface="楷体" panose="02010609060101010101" charset="-122"/>
                <a:cs typeface="Times New Roman" panose="02020603050405020304" pitchFamily="18" charset="0"/>
                <a:sym typeface="+mn-ea"/>
              </a:rPr>
              <a:t>xxx：</a:t>
            </a:r>
            <a:endParaRPr lang="zh-CN" altLang="en-US" dirty="0">
              <a:latin typeface="Times New Roman" panose="02020603050405020304" pitchFamily="18" charset="0"/>
              <a:ea typeface="楷体" panose="02010609060101010101" charset="-122"/>
              <a:cs typeface="Times New Roman" panose="02020603050405020304" pitchFamily="18" charset="0"/>
            </a:endParaRPr>
          </a:p>
          <a:p>
            <a:pPr marL="285750" indent="-285750" fontAlgn="auto">
              <a:spcAft>
                <a:spcPts val="800"/>
              </a:spcAft>
              <a:buFont typeface="Wingdings" panose="05000000000000000000" charset="0"/>
              <a:buChar char="Ø"/>
            </a:pPr>
            <a:r>
              <a:rPr lang="en-US" altLang="zh-CN" sz="1600" u="sng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ea typeface="楷体" panose="02010609060101010101" charset="-122"/>
                <a:cs typeface="Times New Roman" panose="02020603050405020304" pitchFamily="18" charset="0"/>
                <a:sym typeface="+mn-ea"/>
              </a:rPr>
              <a:t>xxx</a:t>
            </a:r>
            <a:r>
              <a:rPr lang="zh-CN" altLang="en-US" sz="1600" dirty="0">
                <a:latin typeface="Times New Roman" panose="02020603050405020304" pitchFamily="18" charset="0"/>
                <a:ea typeface="楷体" panose="02010609060101010101" charset="-122"/>
                <a:cs typeface="Times New Roman" panose="02020603050405020304" pitchFamily="18" charset="0"/>
                <a:sym typeface="+mn-ea"/>
              </a:rPr>
              <a:t>：</a:t>
            </a:r>
            <a:r>
              <a:rPr lang="en-US" altLang="zh-CN" sz="1600" dirty="0">
                <a:latin typeface="Times New Roman" panose="02020603050405020304" pitchFamily="18" charset="0"/>
                <a:ea typeface="楷体" panose="02010609060101010101" charset="-122"/>
                <a:cs typeface="Times New Roman" panose="02020603050405020304" pitchFamily="18" charset="0"/>
                <a:sym typeface="+mn-ea"/>
              </a:rPr>
              <a:t>xxx</a:t>
            </a:r>
            <a:r>
              <a:rPr lang="zh-CN" altLang="en-US" sz="1600" dirty="0">
                <a:latin typeface="Times New Roman" panose="02020603050405020304" pitchFamily="18" charset="0"/>
                <a:ea typeface="楷体" panose="02010609060101010101" charset="-122"/>
                <a:cs typeface="Times New Roman" panose="02020603050405020304" pitchFamily="18" charset="0"/>
                <a:sym typeface="+mn-ea"/>
              </a:rPr>
              <a:t>；</a:t>
            </a:r>
          </a:p>
          <a:p>
            <a:pPr marL="285750" indent="-285750" fontAlgn="auto">
              <a:spcAft>
                <a:spcPts val="800"/>
              </a:spcAft>
              <a:buFont typeface="Wingdings" panose="05000000000000000000" charset="0"/>
              <a:buChar char="Ø"/>
            </a:pPr>
            <a:r>
              <a:rPr lang="en-US" altLang="zh-CN" sz="1600" u="sng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ea typeface="楷体" panose="02010609060101010101" charset="-122"/>
                <a:cs typeface="Times New Roman" panose="02020603050405020304" pitchFamily="18" charset="0"/>
                <a:sym typeface="+mn-ea"/>
              </a:rPr>
              <a:t>xxx</a:t>
            </a:r>
            <a:r>
              <a:rPr lang="zh-CN" altLang="en-US" sz="1600" dirty="0">
                <a:latin typeface="Times New Roman" panose="02020603050405020304" pitchFamily="18" charset="0"/>
                <a:ea typeface="楷体" panose="02010609060101010101" charset="-122"/>
                <a:cs typeface="Times New Roman" panose="02020603050405020304" pitchFamily="18" charset="0"/>
                <a:sym typeface="+mn-ea"/>
              </a:rPr>
              <a:t>：</a:t>
            </a:r>
            <a:r>
              <a:rPr lang="en-US" altLang="zh-CN" sz="1600" dirty="0">
                <a:latin typeface="Times New Roman" panose="02020603050405020304" pitchFamily="18" charset="0"/>
                <a:ea typeface="楷体" panose="02010609060101010101" charset="-122"/>
                <a:cs typeface="Times New Roman" panose="02020603050405020304" pitchFamily="18" charset="0"/>
                <a:sym typeface="+mn-ea"/>
              </a:rPr>
              <a:t>xxx</a:t>
            </a:r>
            <a:r>
              <a:rPr lang="zh-CN" altLang="en-US" sz="1600" dirty="0">
                <a:latin typeface="Times New Roman" panose="02020603050405020304" pitchFamily="18" charset="0"/>
                <a:ea typeface="楷体" panose="02010609060101010101" charset="-122"/>
                <a:cs typeface="Times New Roman" panose="02020603050405020304" pitchFamily="18" charset="0"/>
                <a:sym typeface="+mn-ea"/>
              </a:rPr>
              <a:t>；</a:t>
            </a:r>
            <a:endParaRPr lang="zh-CN" altLang="en-US" sz="1600" u="sng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Times New Roman" panose="02020603050405020304" pitchFamily="18" charset="0"/>
              <a:ea typeface="楷体" panose="02010609060101010101" charset="-122"/>
              <a:cs typeface="Times New Roman" panose="02020603050405020304" pitchFamily="18" charset="0"/>
              <a:sym typeface="+mn-ea"/>
            </a:endParaRPr>
          </a:p>
          <a:p>
            <a:pPr marL="285750" indent="-285750" algn="l" fontAlgn="auto">
              <a:spcAft>
                <a:spcPts val="800"/>
              </a:spcAft>
              <a:buClrTx/>
              <a:buSzTx/>
              <a:buFont typeface="Wingdings" panose="05000000000000000000" charset="0"/>
              <a:buChar char="Ø"/>
            </a:pPr>
            <a:r>
              <a:rPr lang="en-US" altLang="zh-CN" sz="1600" u="sng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ea typeface="楷体" panose="02010609060101010101" charset="-122"/>
                <a:cs typeface="Times New Roman" panose="02020603050405020304" pitchFamily="18" charset="0"/>
                <a:sym typeface="+mn-ea"/>
              </a:rPr>
              <a:t>xxx</a:t>
            </a:r>
            <a:r>
              <a:rPr lang="zh-CN" altLang="en-US" sz="1600" dirty="0">
                <a:latin typeface="Times New Roman" panose="02020603050405020304" pitchFamily="18" charset="0"/>
                <a:ea typeface="楷体" panose="02010609060101010101" charset="-122"/>
                <a:cs typeface="Times New Roman" panose="02020603050405020304" pitchFamily="18" charset="0"/>
                <a:sym typeface="+mn-ea"/>
              </a:rPr>
              <a:t>：</a:t>
            </a:r>
            <a:r>
              <a:rPr lang="en-US" altLang="zh-CN" sz="1600" dirty="0">
                <a:latin typeface="Times New Roman" panose="02020603050405020304" pitchFamily="18" charset="0"/>
                <a:ea typeface="楷体" panose="02010609060101010101" charset="-122"/>
                <a:cs typeface="Times New Roman" panose="02020603050405020304" pitchFamily="18" charset="0"/>
                <a:sym typeface="+mn-ea"/>
              </a:rPr>
              <a:t>xxx</a:t>
            </a:r>
            <a:r>
              <a:rPr lang="zh-CN" altLang="en-US" sz="1600" dirty="0">
                <a:latin typeface="Times New Roman" panose="02020603050405020304" pitchFamily="18" charset="0"/>
                <a:ea typeface="楷体" panose="02010609060101010101" charset="-122"/>
                <a:cs typeface="Times New Roman" panose="02020603050405020304" pitchFamily="18" charset="0"/>
                <a:sym typeface="+mn-ea"/>
              </a:rPr>
              <a:t>；</a:t>
            </a:r>
          </a:p>
        </p:txBody>
      </p:sp>
      <p:sp>
        <p:nvSpPr>
          <p:cNvPr id="34" name="文本框 33">
            <a:extLst>
              <a:ext uri="{FF2B5EF4-FFF2-40B4-BE49-F238E27FC236}">
                <a16:creationId xmlns:a16="http://schemas.microsoft.com/office/drawing/2014/main" id="{E8601049-6DD7-0060-2E74-9B15A365729D}"/>
              </a:ext>
            </a:extLst>
          </p:cNvPr>
          <p:cNvSpPr txBox="1"/>
          <p:nvPr/>
        </p:nvSpPr>
        <p:spPr>
          <a:xfrm>
            <a:off x="1001454" y="6139017"/>
            <a:ext cx="10996957" cy="405482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marL="285750" indent="-285750" fontAlgn="auto">
              <a:spcAft>
                <a:spcPts val="800"/>
              </a:spcAft>
              <a:buFont typeface="Wingdings" panose="05000000000000000000" charset="0"/>
              <a:buChar char="u"/>
            </a:pPr>
            <a:r>
              <a:rPr lang="en-US" altLang="zh-CN" sz="16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ea typeface="楷体" panose="02010609060101010101" charset="-122"/>
                <a:cs typeface="Times New Roman" panose="02020603050405020304" pitchFamily="18" charset="0"/>
                <a:sym typeface="+mn-ea"/>
              </a:rPr>
              <a:t>xxx</a:t>
            </a:r>
            <a:r>
              <a:rPr lang="zh-CN" altLang="en-US" sz="1600" dirty="0">
                <a:latin typeface="Times New Roman" panose="02020603050405020304" pitchFamily="18" charset="0"/>
                <a:ea typeface="楷体" panose="02010609060101010101" charset="-122"/>
                <a:cs typeface="Times New Roman" panose="02020603050405020304" pitchFamily="18" charset="0"/>
                <a:sym typeface="+mn-ea"/>
              </a:rPr>
              <a:t>：</a:t>
            </a:r>
            <a:r>
              <a:rPr lang="en-US" altLang="zh-CN" sz="1600" dirty="0">
                <a:latin typeface="Times New Roman" panose="02020603050405020304" pitchFamily="18" charset="0"/>
                <a:ea typeface="楷体" panose="02010609060101010101" charset="-122"/>
                <a:cs typeface="Times New Roman" panose="02020603050405020304" pitchFamily="18" charset="0"/>
                <a:sym typeface="+mn-ea"/>
              </a:rPr>
              <a:t>1</a:t>
            </a:r>
            <a:r>
              <a:rPr lang="zh-CN" altLang="en-US" sz="1600" dirty="0">
                <a:latin typeface="Times New Roman" panose="02020603050405020304" pitchFamily="18" charset="0"/>
                <a:ea typeface="楷体" panose="02010609060101010101" charset="-122"/>
                <a:cs typeface="Times New Roman" panose="02020603050405020304" pitchFamily="18" charset="0"/>
                <a:sym typeface="+mn-ea"/>
              </a:rPr>
              <a:t>，</a:t>
            </a:r>
            <a:r>
              <a:rPr lang="en-US" altLang="zh-CN" sz="1600" dirty="0">
                <a:latin typeface="Times New Roman" panose="02020603050405020304" pitchFamily="18" charset="0"/>
                <a:ea typeface="楷体" panose="02010609060101010101" charset="-122"/>
                <a:cs typeface="Times New Roman" panose="02020603050405020304" pitchFamily="18" charset="0"/>
                <a:sym typeface="+mn-ea"/>
              </a:rPr>
              <a:t>2</a:t>
            </a:r>
            <a:r>
              <a:rPr lang="zh-CN" altLang="en-US" sz="1600" dirty="0">
                <a:latin typeface="Times New Roman" panose="02020603050405020304" pitchFamily="18" charset="0"/>
                <a:ea typeface="楷体" panose="02010609060101010101" charset="-122"/>
                <a:cs typeface="Times New Roman" panose="02020603050405020304" pitchFamily="18" charset="0"/>
                <a:sym typeface="+mn-ea"/>
              </a:rPr>
              <a:t>句话总结。</a:t>
            </a:r>
            <a:r>
              <a:rPr lang="en-US" altLang="zh-CN" sz="1600" dirty="0">
                <a:latin typeface="Times New Roman" panose="02020603050405020304" pitchFamily="18" charset="0"/>
                <a:ea typeface="楷体" panose="02010609060101010101" charset="-122"/>
                <a:cs typeface="Times New Roman" panose="02020603050405020304" pitchFamily="18" charset="0"/>
                <a:sym typeface="+mn-ea"/>
              </a:rPr>
              <a:t>xxxxxxxxxxxxxxxxxxxxxxxxxxxxxxxxxxxxxxxxxxxxxxxxxxxxxxxxxxxxxxxxxxxxxxxxxxxxxxx</a:t>
            </a:r>
            <a:endParaRPr lang="zh-CN" altLang="en-US" sz="1600" dirty="0">
              <a:latin typeface="Times New Roman" panose="02020603050405020304" pitchFamily="18" charset="0"/>
              <a:ea typeface="楷体" panose="02010609060101010101" charset="-122"/>
              <a:cs typeface="Times New Roman" panose="02020603050405020304" pitchFamily="18" charset="0"/>
              <a:sym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388406324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advClick="0" advTm="41000"/>
    </mc:Choice>
    <mc:Fallback xmlns="">
      <p:transition advClick="0" advTm="41000"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36807D-8B71-DA90-B391-FA4609CFD4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99337161-6975-E501-A01F-2DD77DBCB727}"/>
              </a:ext>
            </a:extLst>
          </p:cNvPr>
          <p:cNvSpPr txBox="1"/>
          <p:nvPr/>
        </p:nvSpPr>
        <p:spPr>
          <a:xfrm>
            <a:off x="408406" y="116818"/>
            <a:ext cx="9273093" cy="5141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1" algn="l" defTabSz="1088390">
              <a:lnSpc>
                <a:spcPts val="35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Tx/>
              <a:defRPr/>
            </a:pPr>
            <a:r>
              <a:rPr lang="zh-CN" altLang="en-US" sz="2800" b="1" spc="100" dirty="0">
                <a:solidFill>
                  <a:schemeClr val="bg1"/>
                </a:solidFill>
                <a:latin typeface="Times New Roman" panose="02020603050405020304" pitchFamily="18" charset="0"/>
                <a:ea typeface="Microsoft YaHei" panose="020B0503020204020204" charset="-122"/>
                <a:cs typeface="Times New Roman" panose="02020603050405020304" pitchFamily="18" charset="0"/>
                <a:sym typeface="+mn-lt"/>
              </a:rPr>
              <a:t>研究内容二</a:t>
            </a:r>
            <a:endParaRPr lang="zh-CN" sz="2800" b="1" spc="100" dirty="0">
              <a:solidFill>
                <a:schemeClr val="bg1"/>
              </a:solidFill>
              <a:latin typeface="Times New Roman" panose="02020603050405020304" pitchFamily="18" charset="0"/>
              <a:ea typeface="Microsoft YaHei" panose="020B0503020204020204" charset="-122"/>
              <a:cs typeface="Times New Roman" panose="02020603050405020304" pitchFamily="18" charset="0"/>
              <a:sym typeface="+mn-lt"/>
            </a:endParaRP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672333A9-162A-21C7-4520-A5B547873DC7}"/>
              </a:ext>
            </a:extLst>
          </p:cNvPr>
          <p:cNvSpPr/>
          <p:nvPr/>
        </p:nvSpPr>
        <p:spPr>
          <a:xfrm>
            <a:off x="704335" y="1705233"/>
            <a:ext cx="6141308" cy="324982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6000" dirty="0"/>
              <a:t>图</a:t>
            </a:r>
            <a:r>
              <a:rPr lang="en-US" altLang="zh-CN" sz="6000" dirty="0"/>
              <a:t>/</a:t>
            </a:r>
            <a:r>
              <a:rPr lang="zh-CN" altLang="en-US" sz="6000" dirty="0"/>
              <a:t>表</a:t>
            </a:r>
          </a:p>
        </p:txBody>
      </p:sp>
      <p:sp>
        <p:nvSpPr>
          <p:cNvPr id="32" name="文本框 31">
            <a:extLst>
              <a:ext uri="{FF2B5EF4-FFF2-40B4-BE49-F238E27FC236}">
                <a16:creationId xmlns:a16="http://schemas.microsoft.com/office/drawing/2014/main" id="{5436AAAD-F843-54C8-47AE-FB0951CD7601}"/>
              </a:ext>
            </a:extLst>
          </p:cNvPr>
          <p:cNvSpPr txBox="1"/>
          <p:nvPr/>
        </p:nvSpPr>
        <p:spPr>
          <a:xfrm>
            <a:off x="8303122" y="2622260"/>
            <a:ext cx="3559364" cy="141577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 fontAlgn="auto">
              <a:lnSpc>
                <a:spcPct val="100000"/>
              </a:lnSpc>
              <a:spcAft>
                <a:spcPts val="800"/>
              </a:spcAft>
              <a:buFont typeface="Wingdings" panose="05000000000000000000" charset="0"/>
              <a:buChar char="u"/>
            </a:pPr>
            <a:r>
              <a:rPr lang="en-US" altLang="zh-CN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ea typeface="楷体" panose="02010609060101010101" charset="-122"/>
                <a:cs typeface="Times New Roman" panose="02020603050405020304" pitchFamily="18" charset="0"/>
                <a:sym typeface="+mn-ea"/>
              </a:rPr>
              <a:t>xxx：</a:t>
            </a:r>
            <a:endParaRPr lang="zh-CN" altLang="en-US" dirty="0">
              <a:latin typeface="Times New Roman" panose="02020603050405020304" pitchFamily="18" charset="0"/>
              <a:ea typeface="楷体" panose="02010609060101010101" charset="-122"/>
              <a:cs typeface="Times New Roman" panose="02020603050405020304" pitchFamily="18" charset="0"/>
            </a:endParaRPr>
          </a:p>
          <a:p>
            <a:pPr marL="285750" indent="-285750" fontAlgn="auto">
              <a:spcAft>
                <a:spcPts val="800"/>
              </a:spcAft>
              <a:buFont typeface="Wingdings" panose="05000000000000000000" charset="0"/>
              <a:buChar char="Ø"/>
            </a:pPr>
            <a:r>
              <a:rPr lang="en-US" altLang="zh-CN" sz="1600" u="sng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ea typeface="楷体" panose="02010609060101010101" charset="-122"/>
                <a:cs typeface="Times New Roman" panose="02020603050405020304" pitchFamily="18" charset="0"/>
                <a:sym typeface="+mn-ea"/>
              </a:rPr>
              <a:t>xxx</a:t>
            </a:r>
            <a:r>
              <a:rPr lang="zh-CN" altLang="en-US" sz="1600" dirty="0">
                <a:latin typeface="Times New Roman" panose="02020603050405020304" pitchFamily="18" charset="0"/>
                <a:ea typeface="楷体" panose="02010609060101010101" charset="-122"/>
                <a:cs typeface="Times New Roman" panose="02020603050405020304" pitchFamily="18" charset="0"/>
                <a:sym typeface="+mn-ea"/>
              </a:rPr>
              <a:t>：</a:t>
            </a:r>
            <a:r>
              <a:rPr lang="en-US" altLang="zh-CN" sz="1600" dirty="0">
                <a:latin typeface="Times New Roman" panose="02020603050405020304" pitchFamily="18" charset="0"/>
                <a:ea typeface="楷体" panose="02010609060101010101" charset="-122"/>
                <a:cs typeface="Times New Roman" panose="02020603050405020304" pitchFamily="18" charset="0"/>
                <a:sym typeface="+mn-ea"/>
              </a:rPr>
              <a:t>xxx</a:t>
            </a:r>
            <a:r>
              <a:rPr lang="zh-CN" altLang="en-US" sz="1600" dirty="0">
                <a:latin typeface="Times New Roman" panose="02020603050405020304" pitchFamily="18" charset="0"/>
                <a:ea typeface="楷体" panose="02010609060101010101" charset="-122"/>
                <a:cs typeface="Times New Roman" panose="02020603050405020304" pitchFamily="18" charset="0"/>
                <a:sym typeface="+mn-ea"/>
              </a:rPr>
              <a:t>；</a:t>
            </a:r>
          </a:p>
          <a:p>
            <a:pPr marL="285750" indent="-285750" fontAlgn="auto">
              <a:spcAft>
                <a:spcPts val="800"/>
              </a:spcAft>
              <a:buFont typeface="Wingdings" panose="05000000000000000000" charset="0"/>
              <a:buChar char="Ø"/>
            </a:pPr>
            <a:r>
              <a:rPr lang="en-US" altLang="zh-CN" sz="1600" u="sng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ea typeface="楷体" panose="02010609060101010101" charset="-122"/>
                <a:cs typeface="Times New Roman" panose="02020603050405020304" pitchFamily="18" charset="0"/>
                <a:sym typeface="+mn-ea"/>
              </a:rPr>
              <a:t>xxx</a:t>
            </a:r>
            <a:r>
              <a:rPr lang="zh-CN" altLang="en-US" sz="1600" dirty="0">
                <a:latin typeface="Times New Roman" panose="02020603050405020304" pitchFamily="18" charset="0"/>
                <a:ea typeface="楷体" panose="02010609060101010101" charset="-122"/>
                <a:cs typeface="Times New Roman" panose="02020603050405020304" pitchFamily="18" charset="0"/>
                <a:sym typeface="+mn-ea"/>
              </a:rPr>
              <a:t>：</a:t>
            </a:r>
            <a:r>
              <a:rPr lang="en-US" altLang="zh-CN" sz="1600" dirty="0">
                <a:latin typeface="Times New Roman" panose="02020603050405020304" pitchFamily="18" charset="0"/>
                <a:ea typeface="楷体" panose="02010609060101010101" charset="-122"/>
                <a:cs typeface="Times New Roman" panose="02020603050405020304" pitchFamily="18" charset="0"/>
                <a:sym typeface="+mn-ea"/>
              </a:rPr>
              <a:t>xxx</a:t>
            </a:r>
            <a:r>
              <a:rPr lang="zh-CN" altLang="en-US" sz="1600" dirty="0">
                <a:latin typeface="Times New Roman" panose="02020603050405020304" pitchFamily="18" charset="0"/>
                <a:ea typeface="楷体" panose="02010609060101010101" charset="-122"/>
                <a:cs typeface="Times New Roman" panose="02020603050405020304" pitchFamily="18" charset="0"/>
                <a:sym typeface="+mn-ea"/>
              </a:rPr>
              <a:t>；</a:t>
            </a:r>
            <a:endParaRPr lang="zh-CN" altLang="en-US" sz="1600" u="sng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Times New Roman" panose="02020603050405020304" pitchFamily="18" charset="0"/>
              <a:ea typeface="楷体" panose="02010609060101010101" charset="-122"/>
              <a:cs typeface="Times New Roman" panose="02020603050405020304" pitchFamily="18" charset="0"/>
              <a:sym typeface="+mn-ea"/>
            </a:endParaRPr>
          </a:p>
          <a:p>
            <a:pPr marL="285750" indent="-285750" algn="l" fontAlgn="auto">
              <a:spcAft>
                <a:spcPts val="800"/>
              </a:spcAft>
              <a:buClrTx/>
              <a:buSzTx/>
              <a:buFont typeface="Wingdings" panose="05000000000000000000" charset="0"/>
              <a:buChar char="Ø"/>
            </a:pPr>
            <a:r>
              <a:rPr lang="en-US" altLang="zh-CN" sz="1600" u="sng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ea typeface="楷体" panose="02010609060101010101" charset="-122"/>
                <a:cs typeface="Times New Roman" panose="02020603050405020304" pitchFamily="18" charset="0"/>
                <a:sym typeface="+mn-ea"/>
              </a:rPr>
              <a:t>xxx</a:t>
            </a:r>
            <a:r>
              <a:rPr lang="zh-CN" altLang="en-US" sz="1600" dirty="0">
                <a:latin typeface="Times New Roman" panose="02020603050405020304" pitchFamily="18" charset="0"/>
                <a:ea typeface="楷体" panose="02010609060101010101" charset="-122"/>
                <a:cs typeface="Times New Roman" panose="02020603050405020304" pitchFamily="18" charset="0"/>
                <a:sym typeface="+mn-ea"/>
              </a:rPr>
              <a:t>：</a:t>
            </a:r>
            <a:r>
              <a:rPr lang="en-US" altLang="zh-CN" sz="1600" dirty="0">
                <a:latin typeface="Times New Roman" panose="02020603050405020304" pitchFamily="18" charset="0"/>
                <a:ea typeface="楷体" panose="02010609060101010101" charset="-122"/>
                <a:cs typeface="Times New Roman" panose="02020603050405020304" pitchFamily="18" charset="0"/>
                <a:sym typeface="+mn-ea"/>
              </a:rPr>
              <a:t>xxx</a:t>
            </a:r>
            <a:r>
              <a:rPr lang="zh-CN" altLang="en-US" sz="1600" dirty="0">
                <a:latin typeface="Times New Roman" panose="02020603050405020304" pitchFamily="18" charset="0"/>
                <a:ea typeface="楷体" panose="02010609060101010101" charset="-122"/>
                <a:cs typeface="Times New Roman" panose="02020603050405020304" pitchFamily="18" charset="0"/>
                <a:sym typeface="+mn-ea"/>
              </a:rPr>
              <a:t>；</a:t>
            </a:r>
          </a:p>
        </p:txBody>
      </p:sp>
      <p:sp>
        <p:nvSpPr>
          <p:cNvPr id="34" name="文本框 33">
            <a:extLst>
              <a:ext uri="{FF2B5EF4-FFF2-40B4-BE49-F238E27FC236}">
                <a16:creationId xmlns:a16="http://schemas.microsoft.com/office/drawing/2014/main" id="{399F28A2-1160-B27F-834E-C687D775630D}"/>
              </a:ext>
            </a:extLst>
          </p:cNvPr>
          <p:cNvSpPr txBox="1"/>
          <p:nvPr/>
        </p:nvSpPr>
        <p:spPr>
          <a:xfrm>
            <a:off x="1001454" y="6139017"/>
            <a:ext cx="10996957" cy="405482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marL="285750" indent="-285750" fontAlgn="auto">
              <a:spcAft>
                <a:spcPts val="800"/>
              </a:spcAft>
              <a:buFont typeface="Wingdings" panose="05000000000000000000" charset="0"/>
              <a:buChar char="u"/>
            </a:pPr>
            <a:r>
              <a:rPr lang="en-US" altLang="zh-CN" sz="16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ea typeface="楷体" panose="02010609060101010101" charset="-122"/>
                <a:cs typeface="Times New Roman" panose="02020603050405020304" pitchFamily="18" charset="0"/>
                <a:sym typeface="+mn-ea"/>
              </a:rPr>
              <a:t>xxx</a:t>
            </a:r>
            <a:r>
              <a:rPr lang="zh-CN" altLang="en-US" sz="1600" dirty="0">
                <a:latin typeface="Times New Roman" panose="02020603050405020304" pitchFamily="18" charset="0"/>
                <a:ea typeface="楷体" panose="02010609060101010101" charset="-122"/>
                <a:cs typeface="Times New Roman" panose="02020603050405020304" pitchFamily="18" charset="0"/>
                <a:sym typeface="+mn-ea"/>
              </a:rPr>
              <a:t>：</a:t>
            </a:r>
            <a:r>
              <a:rPr lang="en-US" altLang="zh-CN" sz="1600" dirty="0">
                <a:latin typeface="Times New Roman" panose="02020603050405020304" pitchFamily="18" charset="0"/>
                <a:ea typeface="楷体" panose="02010609060101010101" charset="-122"/>
                <a:cs typeface="Times New Roman" panose="02020603050405020304" pitchFamily="18" charset="0"/>
                <a:sym typeface="+mn-ea"/>
              </a:rPr>
              <a:t>1</a:t>
            </a:r>
            <a:r>
              <a:rPr lang="zh-CN" altLang="en-US" sz="1600" dirty="0">
                <a:latin typeface="Times New Roman" panose="02020603050405020304" pitchFamily="18" charset="0"/>
                <a:ea typeface="楷体" panose="02010609060101010101" charset="-122"/>
                <a:cs typeface="Times New Roman" panose="02020603050405020304" pitchFamily="18" charset="0"/>
                <a:sym typeface="+mn-ea"/>
              </a:rPr>
              <a:t>，</a:t>
            </a:r>
            <a:r>
              <a:rPr lang="en-US" altLang="zh-CN" sz="1600" dirty="0">
                <a:latin typeface="Times New Roman" panose="02020603050405020304" pitchFamily="18" charset="0"/>
                <a:ea typeface="楷体" panose="02010609060101010101" charset="-122"/>
                <a:cs typeface="Times New Roman" panose="02020603050405020304" pitchFamily="18" charset="0"/>
                <a:sym typeface="+mn-ea"/>
              </a:rPr>
              <a:t>2</a:t>
            </a:r>
            <a:r>
              <a:rPr lang="zh-CN" altLang="en-US" sz="1600" dirty="0">
                <a:latin typeface="Times New Roman" panose="02020603050405020304" pitchFamily="18" charset="0"/>
                <a:ea typeface="楷体" panose="02010609060101010101" charset="-122"/>
                <a:cs typeface="Times New Roman" panose="02020603050405020304" pitchFamily="18" charset="0"/>
                <a:sym typeface="+mn-ea"/>
              </a:rPr>
              <a:t>句话总结。</a:t>
            </a:r>
            <a:r>
              <a:rPr lang="en-US" altLang="zh-CN" sz="1600" dirty="0">
                <a:latin typeface="Times New Roman" panose="02020603050405020304" pitchFamily="18" charset="0"/>
                <a:ea typeface="楷体" panose="02010609060101010101" charset="-122"/>
                <a:cs typeface="Times New Roman" panose="02020603050405020304" pitchFamily="18" charset="0"/>
                <a:sym typeface="+mn-ea"/>
              </a:rPr>
              <a:t>xxxxxxxxxxxxxxxxxxxxxxxxxxxxxxxxxxxxxxxxxxxxxxxxxxxxxxxxxxxxxxxxxxxxxxxxxxxxxxx</a:t>
            </a:r>
            <a:endParaRPr lang="zh-CN" altLang="en-US" sz="1600" dirty="0">
              <a:latin typeface="Times New Roman" panose="02020603050405020304" pitchFamily="18" charset="0"/>
              <a:ea typeface="楷体" panose="02010609060101010101" charset="-122"/>
              <a:cs typeface="Times New Roman" panose="02020603050405020304" pitchFamily="18" charset="0"/>
              <a:sym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377977483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advClick="0" advTm="41000"/>
    </mc:Choice>
    <mc:Fallback xmlns="">
      <p:transition advClick="0" advTm="41000"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6397E5-0CE8-6486-77B0-E020BDA0E2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41CFCD6E-A764-66F2-E366-4026937B2DA8}"/>
              </a:ext>
            </a:extLst>
          </p:cNvPr>
          <p:cNvSpPr txBox="1"/>
          <p:nvPr/>
        </p:nvSpPr>
        <p:spPr>
          <a:xfrm>
            <a:off x="408406" y="116818"/>
            <a:ext cx="9273093" cy="5141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1" algn="l" defTabSz="1088390">
              <a:lnSpc>
                <a:spcPts val="35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Tx/>
              <a:defRPr/>
            </a:pPr>
            <a:r>
              <a:rPr lang="zh-CN" altLang="en-US" sz="2800" b="1" spc="100" dirty="0">
                <a:solidFill>
                  <a:schemeClr val="bg1"/>
                </a:solidFill>
                <a:latin typeface="Times New Roman" panose="02020603050405020304" pitchFamily="18" charset="0"/>
                <a:ea typeface="Microsoft YaHei" panose="020B0503020204020204" charset="-122"/>
                <a:cs typeface="Times New Roman" panose="02020603050405020304" pitchFamily="18" charset="0"/>
                <a:sym typeface="+mn-lt"/>
              </a:rPr>
              <a:t>研究技术路线二</a:t>
            </a:r>
            <a:endParaRPr lang="zh-CN" sz="2800" b="1" spc="100" dirty="0">
              <a:solidFill>
                <a:schemeClr val="bg1"/>
              </a:solidFill>
              <a:latin typeface="Times New Roman" panose="02020603050405020304" pitchFamily="18" charset="0"/>
              <a:ea typeface="Microsoft YaHei" panose="020B0503020204020204" charset="-122"/>
              <a:cs typeface="Times New Roman" panose="02020603050405020304" pitchFamily="18" charset="0"/>
              <a:sym typeface="+mn-lt"/>
            </a:endParaRP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F2FB43D9-CE30-BEFD-A922-03B39D26EA95}"/>
              </a:ext>
            </a:extLst>
          </p:cNvPr>
          <p:cNvSpPr/>
          <p:nvPr/>
        </p:nvSpPr>
        <p:spPr>
          <a:xfrm>
            <a:off x="704335" y="1705233"/>
            <a:ext cx="6141308" cy="324982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6000" dirty="0"/>
              <a:t>图</a:t>
            </a:r>
            <a:r>
              <a:rPr lang="en-US" altLang="zh-CN" sz="6000" dirty="0"/>
              <a:t>/</a:t>
            </a:r>
            <a:r>
              <a:rPr lang="zh-CN" altLang="en-US" sz="6000" dirty="0"/>
              <a:t>表</a:t>
            </a:r>
          </a:p>
        </p:txBody>
      </p:sp>
      <p:sp>
        <p:nvSpPr>
          <p:cNvPr id="32" name="文本框 31">
            <a:extLst>
              <a:ext uri="{FF2B5EF4-FFF2-40B4-BE49-F238E27FC236}">
                <a16:creationId xmlns:a16="http://schemas.microsoft.com/office/drawing/2014/main" id="{23BA335F-58E7-5202-1896-FA7054F0DA68}"/>
              </a:ext>
            </a:extLst>
          </p:cNvPr>
          <p:cNvSpPr txBox="1"/>
          <p:nvPr/>
        </p:nvSpPr>
        <p:spPr>
          <a:xfrm>
            <a:off x="8303122" y="2622260"/>
            <a:ext cx="3559364" cy="141577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 fontAlgn="auto">
              <a:lnSpc>
                <a:spcPct val="100000"/>
              </a:lnSpc>
              <a:spcAft>
                <a:spcPts val="800"/>
              </a:spcAft>
              <a:buFont typeface="Wingdings" panose="05000000000000000000" charset="0"/>
              <a:buChar char="u"/>
            </a:pPr>
            <a:r>
              <a:rPr lang="en-US" altLang="zh-CN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ea typeface="楷体" panose="02010609060101010101" charset="-122"/>
                <a:cs typeface="Times New Roman" panose="02020603050405020304" pitchFamily="18" charset="0"/>
                <a:sym typeface="+mn-ea"/>
              </a:rPr>
              <a:t>xxx：</a:t>
            </a:r>
            <a:endParaRPr lang="zh-CN" altLang="en-US" dirty="0">
              <a:latin typeface="Times New Roman" panose="02020603050405020304" pitchFamily="18" charset="0"/>
              <a:ea typeface="楷体" panose="02010609060101010101" charset="-122"/>
              <a:cs typeface="Times New Roman" panose="02020603050405020304" pitchFamily="18" charset="0"/>
            </a:endParaRPr>
          </a:p>
          <a:p>
            <a:pPr marL="285750" indent="-285750" fontAlgn="auto">
              <a:spcAft>
                <a:spcPts val="800"/>
              </a:spcAft>
              <a:buFont typeface="Wingdings" panose="05000000000000000000" charset="0"/>
              <a:buChar char="Ø"/>
            </a:pPr>
            <a:r>
              <a:rPr lang="en-US" altLang="zh-CN" sz="1600" u="sng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ea typeface="楷体" panose="02010609060101010101" charset="-122"/>
                <a:cs typeface="Times New Roman" panose="02020603050405020304" pitchFamily="18" charset="0"/>
                <a:sym typeface="+mn-ea"/>
              </a:rPr>
              <a:t>xxx</a:t>
            </a:r>
            <a:r>
              <a:rPr lang="zh-CN" altLang="en-US" sz="1600" dirty="0">
                <a:latin typeface="Times New Roman" panose="02020603050405020304" pitchFamily="18" charset="0"/>
                <a:ea typeface="楷体" panose="02010609060101010101" charset="-122"/>
                <a:cs typeface="Times New Roman" panose="02020603050405020304" pitchFamily="18" charset="0"/>
                <a:sym typeface="+mn-ea"/>
              </a:rPr>
              <a:t>：</a:t>
            </a:r>
            <a:r>
              <a:rPr lang="en-US" altLang="zh-CN" sz="1600" dirty="0">
                <a:latin typeface="Times New Roman" panose="02020603050405020304" pitchFamily="18" charset="0"/>
                <a:ea typeface="楷体" panose="02010609060101010101" charset="-122"/>
                <a:cs typeface="Times New Roman" panose="02020603050405020304" pitchFamily="18" charset="0"/>
                <a:sym typeface="+mn-ea"/>
              </a:rPr>
              <a:t>xxx</a:t>
            </a:r>
            <a:r>
              <a:rPr lang="zh-CN" altLang="en-US" sz="1600" dirty="0">
                <a:latin typeface="Times New Roman" panose="02020603050405020304" pitchFamily="18" charset="0"/>
                <a:ea typeface="楷体" panose="02010609060101010101" charset="-122"/>
                <a:cs typeface="Times New Roman" panose="02020603050405020304" pitchFamily="18" charset="0"/>
                <a:sym typeface="+mn-ea"/>
              </a:rPr>
              <a:t>；</a:t>
            </a:r>
          </a:p>
          <a:p>
            <a:pPr marL="285750" indent="-285750" fontAlgn="auto">
              <a:spcAft>
                <a:spcPts val="800"/>
              </a:spcAft>
              <a:buFont typeface="Wingdings" panose="05000000000000000000" charset="0"/>
              <a:buChar char="Ø"/>
            </a:pPr>
            <a:r>
              <a:rPr lang="en-US" altLang="zh-CN" sz="1600" u="sng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ea typeface="楷体" panose="02010609060101010101" charset="-122"/>
                <a:cs typeface="Times New Roman" panose="02020603050405020304" pitchFamily="18" charset="0"/>
                <a:sym typeface="+mn-ea"/>
              </a:rPr>
              <a:t>xxx</a:t>
            </a:r>
            <a:r>
              <a:rPr lang="zh-CN" altLang="en-US" sz="1600" dirty="0">
                <a:latin typeface="Times New Roman" panose="02020603050405020304" pitchFamily="18" charset="0"/>
                <a:ea typeface="楷体" panose="02010609060101010101" charset="-122"/>
                <a:cs typeface="Times New Roman" panose="02020603050405020304" pitchFamily="18" charset="0"/>
                <a:sym typeface="+mn-ea"/>
              </a:rPr>
              <a:t>：</a:t>
            </a:r>
            <a:r>
              <a:rPr lang="en-US" altLang="zh-CN" sz="1600" dirty="0">
                <a:latin typeface="Times New Roman" panose="02020603050405020304" pitchFamily="18" charset="0"/>
                <a:ea typeface="楷体" panose="02010609060101010101" charset="-122"/>
                <a:cs typeface="Times New Roman" panose="02020603050405020304" pitchFamily="18" charset="0"/>
                <a:sym typeface="+mn-ea"/>
              </a:rPr>
              <a:t>xxx</a:t>
            </a:r>
            <a:r>
              <a:rPr lang="zh-CN" altLang="en-US" sz="1600" dirty="0">
                <a:latin typeface="Times New Roman" panose="02020603050405020304" pitchFamily="18" charset="0"/>
                <a:ea typeface="楷体" panose="02010609060101010101" charset="-122"/>
                <a:cs typeface="Times New Roman" panose="02020603050405020304" pitchFamily="18" charset="0"/>
                <a:sym typeface="+mn-ea"/>
              </a:rPr>
              <a:t>；</a:t>
            </a:r>
            <a:endParaRPr lang="zh-CN" altLang="en-US" sz="1600" u="sng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Times New Roman" panose="02020603050405020304" pitchFamily="18" charset="0"/>
              <a:ea typeface="楷体" panose="02010609060101010101" charset="-122"/>
              <a:cs typeface="Times New Roman" panose="02020603050405020304" pitchFamily="18" charset="0"/>
              <a:sym typeface="+mn-ea"/>
            </a:endParaRPr>
          </a:p>
          <a:p>
            <a:pPr marL="285750" indent="-285750" algn="l" fontAlgn="auto">
              <a:spcAft>
                <a:spcPts val="800"/>
              </a:spcAft>
              <a:buClrTx/>
              <a:buSzTx/>
              <a:buFont typeface="Wingdings" panose="05000000000000000000" charset="0"/>
              <a:buChar char="Ø"/>
            </a:pPr>
            <a:r>
              <a:rPr lang="en-US" altLang="zh-CN" sz="1600" u="sng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ea typeface="楷体" panose="02010609060101010101" charset="-122"/>
                <a:cs typeface="Times New Roman" panose="02020603050405020304" pitchFamily="18" charset="0"/>
                <a:sym typeface="+mn-ea"/>
              </a:rPr>
              <a:t>xxx</a:t>
            </a:r>
            <a:r>
              <a:rPr lang="zh-CN" altLang="en-US" sz="1600" dirty="0">
                <a:latin typeface="Times New Roman" panose="02020603050405020304" pitchFamily="18" charset="0"/>
                <a:ea typeface="楷体" panose="02010609060101010101" charset="-122"/>
                <a:cs typeface="Times New Roman" panose="02020603050405020304" pitchFamily="18" charset="0"/>
                <a:sym typeface="+mn-ea"/>
              </a:rPr>
              <a:t>：</a:t>
            </a:r>
            <a:r>
              <a:rPr lang="en-US" altLang="zh-CN" sz="1600" dirty="0">
                <a:latin typeface="Times New Roman" panose="02020603050405020304" pitchFamily="18" charset="0"/>
                <a:ea typeface="楷体" panose="02010609060101010101" charset="-122"/>
                <a:cs typeface="Times New Roman" panose="02020603050405020304" pitchFamily="18" charset="0"/>
                <a:sym typeface="+mn-ea"/>
              </a:rPr>
              <a:t>xxx</a:t>
            </a:r>
            <a:r>
              <a:rPr lang="zh-CN" altLang="en-US" sz="1600" dirty="0">
                <a:latin typeface="Times New Roman" panose="02020603050405020304" pitchFamily="18" charset="0"/>
                <a:ea typeface="楷体" panose="02010609060101010101" charset="-122"/>
                <a:cs typeface="Times New Roman" panose="02020603050405020304" pitchFamily="18" charset="0"/>
                <a:sym typeface="+mn-ea"/>
              </a:rPr>
              <a:t>；</a:t>
            </a:r>
          </a:p>
        </p:txBody>
      </p:sp>
      <p:sp>
        <p:nvSpPr>
          <p:cNvPr id="34" name="文本框 33">
            <a:extLst>
              <a:ext uri="{FF2B5EF4-FFF2-40B4-BE49-F238E27FC236}">
                <a16:creationId xmlns:a16="http://schemas.microsoft.com/office/drawing/2014/main" id="{2EBEEA41-3DCF-29D3-93E6-A83105A2E5DB}"/>
              </a:ext>
            </a:extLst>
          </p:cNvPr>
          <p:cNvSpPr txBox="1"/>
          <p:nvPr/>
        </p:nvSpPr>
        <p:spPr>
          <a:xfrm>
            <a:off x="1001454" y="6139017"/>
            <a:ext cx="10996957" cy="405482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marL="285750" indent="-285750" fontAlgn="auto">
              <a:spcAft>
                <a:spcPts val="800"/>
              </a:spcAft>
              <a:buFont typeface="Wingdings" panose="05000000000000000000" charset="0"/>
              <a:buChar char="u"/>
            </a:pPr>
            <a:r>
              <a:rPr lang="en-US" altLang="zh-CN" sz="16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ea typeface="楷体" panose="02010609060101010101" charset="-122"/>
                <a:cs typeface="Times New Roman" panose="02020603050405020304" pitchFamily="18" charset="0"/>
                <a:sym typeface="+mn-ea"/>
              </a:rPr>
              <a:t>xxx</a:t>
            </a:r>
            <a:r>
              <a:rPr lang="zh-CN" altLang="en-US" sz="1600" dirty="0">
                <a:latin typeface="Times New Roman" panose="02020603050405020304" pitchFamily="18" charset="0"/>
                <a:ea typeface="楷体" panose="02010609060101010101" charset="-122"/>
                <a:cs typeface="Times New Roman" panose="02020603050405020304" pitchFamily="18" charset="0"/>
                <a:sym typeface="+mn-ea"/>
              </a:rPr>
              <a:t>：</a:t>
            </a:r>
            <a:r>
              <a:rPr lang="en-US" altLang="zh-CN" sz="1600" dirty="0">
                <a:latin typeface="Times New Roman" panose="02020603050405020304" pitchFamily="18" charset="0"/>
                <a:ea typeface="楷体" panose="02010609060101010101" charset="-122"/>
                <a:cs typeface="Times New Roman" panose="02020603050405020304" pitchFamily="18" charset="0"/>
                <a:sym typeface="+mn-ea"/>
              </a:rPr>
              <a:t>1</a:t>
            </a:r>
            <a:r>
              <a:rPr lang="zh-CN" altLang="en-US" sz="1600" dirty="0">
                <a:latin typeface="Times New Roman" panose="02020603050405020304" pitchFamily="18" charset="0"/>
                <a:ea typeface="楷体" panose="02010609060101010101" charset="-122"/>
                <a:cs typeface="Times New Roman" panose="02020603050405020304" pitchFamily="18" charset="0"/>
                <a:sym typeface="+mn-ea"/>
              </a:rPr>
              <a:t>，</a:t>
            </a:r>
            <a:r>
              <a:rPr lang="en-US" altLang="zh-CN" sz="1600" dirty="0">
                <a:latin typeface="Times New Roman" panose="02020603050405020304" pitchFamily="18" charset="0"/>
                <a:ea typeface="楷体" panose="02010609060101010101" charset="-122"/>
                <a:cs typeface="Times New Roman" panose="02020603050405020304" pitchFamily="18" charset="0"/>
                <a:sym typeface="+mn-ea"/>
              </a:rPr>
              <a:t>2</a:t>
            </a:r>
            <a:r>
              <a:rPr lang="zh-CN" altLang="en-US" sz="1600" dirty="0">
                <a:latin typeface="Times New Roman" panose="02020603050405020304" pitchFamily="18" charset="0"/>
                <a:ea typeface="楷体" panose="02010609060101010101" charset="-122"/>
                <a:cs typeface="Times New Roman" panose="02020603050405020304" pitchFamily="18" charset="0"/>
                <a:sym typeface="+mn-ea"/>
              </a:rPr>
              <a:t>句话总结。</a:t>
            </a:r>
            <a:r>
              <a:rPr lang="en-US" altLang="zh-CN" sz="1600" dirty="0">
                <a:latin typeface="Times New Roman" panose="02020603050405020304" pitchFamily="18" charset="0"/>
                <a:ea typeface="楷体" panose="02010609060101010101" charset="-122"/>
                <a:cs typeface="Times New Roman" panose="02020603050405020304" pitchFamily="18" charset="0"/>
                <a:sym typeface="+mn-ea"/>
              </a:rPr>
              <a:t>xxxxxxxxxxxxxxxxxxxxxxxxxxxxxxxxxxxxxxxxxxxxxxxxxxxxxxxxxxxxxxxxxxxxxxxxxxxxxxx</a:t>
            </a:r>
            <a:endParaRPr lang="zh-CN" altLang="en-US" sz="1600" dirty="0">
              <a:latin typeface="Times New Roman" panose="02020603050405020304" pitchFamily="18" charset="0"/>
              <a:ea typeface="楷体" panose="02010609060101010101" charset="-122"/>
              <a:cs typeface="Times New Roman" panose="02020603050405020304" pitchFamily="18" charset="0"/>
              <a:sym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212659517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advClick="0" advTm="41000"/>
    </mc:Choice>
    <mc:Fallback xmlns="">
      <p:transition advClick="0" advTm="41000"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DDAA0E-985B-0A01-E9E3-95649EC74C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2D66D4D9-BE32-DCFF-CF27-17E46DC0EDE0}"/>
              </a:ext>
            </a:extLst>
          </p:cNvPr>
          <p:cNvSpPr txBox="1"/>
          <p:nvPr/>
        </p:nvSpPr>
        <p:spPr>
          <a:xfrm>
            <a:off x="408406" y="116818"/>
            <a:ext cx="9273093" cy="5141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1" algn="l" defTabSz="1088390">
              <a:lnSpc>
                <a:spcPts val="35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Tx/>
              <a:defRPr/>
            </a:pPr>
            <a:r>
              <a:rPr lang="zh-CN" altLang="en-US" sz="2800" b="1" spc="100" dirty="0">
                <a:solidFill>
                  <a:schemeClr val="bg1"/>
                </a:solidFill>
                <a:latin typeface="Times New Roman" panose="02020603050405020304" pitchFamily="18" charset="0"/>
                <a:ea typeface="Microsoft YaHei" panose="020B0503020204020204" charset="-122"/>
                <a:cs typeface="Times New Roman" panose="02020603050405020304" pitchFamily="18" charset="0"/>
                <a:sym typeface="+mn-lt"/>
              </a:rPr>
              <a:t>研究内容</a:t>
            </a:r>
            <a:r>
              <a:rPr lang="en-US" altLang="zh-CN" sz="2800" b="1" spc="100" dirty="0">
                <a:solidFill>
                  <a:schemeClr val="bg1"/>
                </a:solidFill>
                <a:latin typeface="Times New Roman" panose="02020603050405020304" pitchFamily="18" charset="0"/>
                <a:ea typeface="Microsoft YaHei" panose="020B0503020204020204" charset="-122"/>
                <a:cs typeface="Times New Roman" panose="02020603050405020304" pitchFamily="18" charset="0"/>
                <a:sym typeface="+mn-lt"/>
              </a:rPr>
              <a:t>xxx</a:t>
            </a:r>
            <a:endParaRPr lang="zh-CN" sz="2800" b="1" spc="100" dirty="0">
              <a:solidFill>
                <a:schemeClr val="bg1"/>
              </a:solidFill>
              <a:latin typeface="Times New Roman" panose="02020603050405020304" pitchFamily="18" charset="0"/>
              <a:ea typeface="Microsoft YaHei" panose="020B0503020204020204" charset="-122"/>
              <a:cs typeface="Times New Roman" panose="02020603050405020304" pitchFamily="18" charset="0"/>
              <a:sym typeface="+mn-lt"/>
            </a:endParaRP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A62ED6E2-0290-A56F-9801-BEABB1BAD424}"/>
              </a:ext>
            </a:extLst>
          </p:cNvPr>
          <p:cNvSpPr/>
          <p:nvPr/>
        </p:nvSpPr>
        <p:spPr>
          <a:xfrm>
            <a:off x="704335" y="1705233"/>
            <a:ext cx="6141308" cy="324982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6000" dirty="0"/>
              <a:t>图</a:t>
            </a:r>
            <a:r>
              <a:rPr lang="en-US" altLang="zh-CN" sz="6000" dirty="0"/>
              <a:t>/</a:t>
            </a:r>
            <a:r>
              <a:rPr lang="zh-CN" altLang="en-US" sz="6000" dirty="0"/>
              <a:t>表</a:t>
            </a:r>
          </a:p>
        </p:txBody>
      </p:sp>
      <p:sp>
        <p:nvSpPr>
          <p:cNvPr id="32" name="文本框 31">
            <a:extLst>
              <a:ext uri="{FF2B5EF4-FFF2-40B4-BE49-F238E27FC236}">
                <a16:creationId xmlns:a16="http://schemas.microsoft.com/office/drawing/2014/main" id="{2B2EB30C-F76D-8AAB-DA6A-39FF2BDC98D7}"/>
              </a:ext>
            </a:extLst>
          </p:cNvPr>
          <p:cNvSpPr txBox="1"/>
          <p:nvPr/>
        </p:nvSpPr>
        <p:spPr>
          <a:xfrm>
            <a:off x="8303122" y="2622260"/>
            <a:ext cx="3559364" cy="141577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 fontAlgn="auto">
              <a:lnSpc>
                <a:spcPct val="100000"/>
              </a:lnSpc>
              <a:spcAft>
                <a:spcPts val="800"/>
              </a:spcAft>
              <a:buFont typeface="Wingdings" panose="05000000000000000000" charset="0"/>
              <a:buChar char="u"/>
            </a:pPr>
            <a:r>
              <a:rPr lang="en-US" altLang="zh-CN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ea typeface="楷体" panose="02010609060101010101" charset="-122"/>
                <a:cs typeface="Times New Roman" panose="02020603050405020304" pitchFamily="18" charset="0"/>
                <a:sym typeface="+mn-ea"/>
              </a:rPr>
              <a:t>xxx：</a:t>
            </a:r>
            <a:endParaRPr lang="zh-CN" altLang="en-US" dirty="0">
              <a:latin typeface="Times New Roman" panose="02020603050405020304" pitchFamily="18" charset="0"/>
              <a:ea typeface="楷体" panose="02010609060101010101" charset="-122"/>
              <a:cs typeface="Times New Roman" panose="02020603050405020304" pitchFamily="18" charset="0"/>
            </a:endParaRPr>
          </a:p>
          <a:p>
            <a:pPr marL="285750" indent="-285750" fontAlgn="auto">
              <a:spcAft>
                <a:spcPts val="800"/>
              </a:spcAft>
              <a:buFont typeface="Wingdings" panose="05000000000000000000" charset="0"/>
              <a:buChar char="Ø"/>
            </a:pPr>
            <a:r>
              <a:rPr lang="en-US" altLang="zh-CN" sz="1600" u="sng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ea typeface="楷体" panose="02010609060101010101" charset="-122"/>
                <a:cs typeface="Times New Roman" panose="02020603050405020304" pitchFamily="18" charset="0"/>
                <a:sym typeface="+mn-ea"/>
              </a:rPr>
              <a:t>xxx</a:t>
            </a:r>
            <a:r>
              <a:rPr lang="zh-CN" altLang="en-US" sz="1600" dirty="0">
                <a:latin typeface="Times New Roman" panose="02020603050405020304" pitchFamily="18" charset="0"/>
                <a:ea typeface="楷体" panose="02010609060101010101" charset="-122"/>
                <a:cs typeface="Times New Roman" panose="02020603050405020304" pitchFamily="18" charset="0"/>
                <a:sym typeface="+mn-ea"/>
              </a:rPr>
              <a:t>：</a:t>
            </a:r>
            <a:r>
              <a:rPr lang="en-US" altLang="zh-CN" sz="1600" dirty="0">
                <a:latin typeface="Times New Roman" panose="02020603050405020304" pitchFamily="18" charset="0"/>
                <a:ea typeface="楷体" panose="02010609060101010101" charset="-122"/>
                <a:cs typeface="Times New Roman" panose="02020603050405020304" pitchFamily="18" charset="0"/>
                <a:sym typeface="+mn-ea"/>
              </a:rPr>
              <a:t>xxx</a:t>
            </a:r>
            <a:r>
              <a:rPr lang="zh-CN" altLang="en-US" sz="1600" dirty="0">
                <a:latin typeface="Times New Roman" panose="02020603050405020304" pitchFamily="18" charset="0"/>
                <a:ea typeface="楷体" panose="02010609060101010101" charset="-122"/>
                <a:cs typeface="Times New Roman" panose="02020603050405020304" pitchFamily="18" charset="0"/>
                <a:sym typeface="+mn-ea"/>
              </a:rPr>
              <a:t>；</a:t>
            </a:r>
          </a:p>
          <a:p>
            <a:pPr marL="285750" indent="-285750" fontAlgn="auto">
              <a:spcAft>
                <a:spcPts val="800"/>
              </a:spcAft>
              <a:buFont typeface="Wingdings" panose="05000000000000000000" charset="0"/>
              <a:buChar char="Ø"/>
            </a:pPr>
            <a:r>
              <a:rPr lang="en-US" altLang="zh-CN" sz="1600" u="sng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ea typeface="楷体" panose="02010609060101010101" charset="-122"/>
                <a:cs typeface="Times New Roman" panose="02020603050405020304" pitchFamily="18" charset="0"/>
                <a:sym typeface="+mn-ea"/>
              </a:rPr>
              <a:t>xxx</a:t>
            </a:r>
            <a:r>
              <a:rPr lang="zh-CN" altLang="en-US" sz="1600" dirty="0">
                <a:latin typeface="Times New Roman" panose="02020603050405020304" pitchFamily="18" charset="0"/>
                <a:ea typeface="楷体" panose="02010609060101010101" charset="-122"/>
                <a:cs typeface="Times New Roman" panose="02020603050405020304" pitchFamily="18" charset="0"/>
                <a:sym typeface="+mn-ea"/>
              </a:rPr>
              <a:t>：</a:t>
            </a:r>
            <a:r>
              <a:rPr lang="en-US" altLang="zh-CN" sz="1600" dirty="0">
                <a:latin typeface="Times New Roman" panose="02020603050405020304" pitchFamily="18" charset="0"/>
                <a:ea typeface="楷体" panose="02010609060101010101" charset="-122"/>
                <a:cs typeface="Times New Roman" panose="02020603050405020304" pitchFamily="18" charset="0"/>
                <a:sym typeface="+mn-ea"/>
              </a:rPr>
              <a:t>xxx</a:t>
            </a:r>
            <a:r>
              <a:rPr lang="zh-CN" altLang="en-US" sz="1600" dirty="0">
                <a:latin typeface="Times New Roman" panose="02020603050405020304" pitchFamily="18" charset="0"/>
                <a:ea typeface="楷体" panose="02010609060101010101" charset="-122"/>
                <a:cs typeface="Times New Roman" panose="02020603050405020304" pitchFamily="18" charset="0"/>
                <a:sym typeface="+mn-ea"/>
              </a:rPr>
              <a:t>；</a:t>
            </a:r>
            <a:endParaRPr lang="zh-CN" altLang="en-US" sz="1600" u="sng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Times New Roman" panose="02020603050405020304" pitchFamily="18" charset="0"/>
              <a:ea typeface="楷体" panose="02010609060101010101" charset="-122"/>
              <a:cs typeface="Times New Roman" panose="02020603050405020304" pitchFamily="18" charset="0"/>
              <a:sym typeface="+mn-ea"/>
            </a:endParaRPr>
          </a:p>
          <a:p>
            <a:pPr marL="285750" indent="-285750" algn="l" fontAlgn="auto">
              <a:spcAft>
                <a:spcPts val="800"/>
              </a:spcAft>
              <a:buClrTx/>
              <a:buSzTx/>
              <a:buFont typeface="Wingdings" panose="05000000000000000000" charset="0"/>
              <a:buChar char="Ø"/>
            </a:pPr>
            <a:r>
              <a:rPr lang="en-US" altLang="zh-CN" sz="1600" u="sng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ea typeface="楷体" panose="02010609060101010101" charset="-122"/>
                <a:cs typeface="Times New Roman" panose="02020603050405020304" pitchFamily="18" charset="0"/>
                <a:sym typeface="+mn-ea"/>
              </a:rPr>
              <a:t>xxx</a:t>
            </a:r>
            <a:r>
              <a:rPr lang="zh-CN" altLang="en-US" sz="1600" dirty="0">
                <a:latin typeface="Times New Roman" panose="02020603050405020304" pitchFamily="18" charset="0"/>
                <a:ea typeface="楷体" panose="02010609060101010101" charset="-122"/>
                <a:cs typeface="Times New Roman" panose="02020603050405020304" pitchFamily="18" charset="0"/>
                <a:sym typeface="+mn-ea"/>
              </a:rPr>
              <a:t>：</a:t>
            </a:r>
            <a:r>
              <a:rPr lang="en-US" altLang="zh-CN" sz="1600" dirty="0">
                <a:latin typeface="Times New Roman" panose="02020603050405020304" pitchFamily="18" charset="0"/>
                <a:ea typeface="楷体" panose="02010609060101010101" charset="-122"/>
                <a:cs typeface="Times New Roman" panose="02020603050405020304" pitchFamily="18" charset="0"/>
                <a:sym typeface="+mn-ea"/>
              </a:rPr>
              <a:t>xxx</a:t>
            </a:r>
            <a:r>
              <a:rPr lang="zh-CN" altLang="en-US" sz="1600" dirty="0">
                <a:latin typeface="Times New Roman" panose="02020603050405020304" pitchFamily="18" charset="0"/>
                <a:ea typeface="楷体" panose="02010609060101010101" charset="-122"/>
                <a:cs typeface="Times New Roman" panose="02020603050405020304" pitchFamily="18" charset="0"/>
                <a:sym typeface="+mn-ea"/>
              </a:rPr>
              <a:t>；</a:t>
            </a:r>
          </a:p>
        </p:txBody>
      </p:sp>
      <p:sp>
        <p:nvSpPr>
          <p:cNvPr id="34" name="文本框 33">
            <a:extLst>
              <a:ext uri="{FF2B5EF4-FFF2-40B4-BE49-F238E27FC236}">
                <a16:creationId xmlns:a16="http://schemas.microsoft.com/office/drawing/2014/main" id="{912CA91E-E0FE-126C-CC5B-2F3C4FBCA81C}"/>
              </a:ext>
            </a:extLst>
          </p:cNvPr>
          <p:cNvSpPr txBox="1"/>
          <p:nvPr/>
        </p:nvSpPr>
        <p:spPr>
          <a:xfrm>
            <a:off x="1001454" y="6139017"/>
            <a:ext cx="10996957" cy="405482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marL="285750" indent="-285750" fontAlgn="auto">
              <a:spcAft>
                <a:spcPts val="800"/>
              </a:spcAft>
              <a:buFont typeface="Wingdings" panose="05000000000000000000" charset="0"/>
              <a:buChar char="u"/>
            </a:pPr>
            <a:r>
              <a:rPr lang="en-US" altLang="zh-CN" sz="16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ea typeface="楷体" panose="02010609060101010101" charset="-122"/>
                <a:cs typeface="Times New Roman" panose="02020603050405020304" pitchFamily="18" charset="0"/>
                <a:sym typeface="+mn-ea"/>
              </a:rPr>
              <a:t>xxx</a:t>
            </a:r>
            <a:r>
              <a:rPr lang="zh-CN" altLang="en-US" sz="1600" dirty="0">
                <a:latin typeface="Times New Roman" panose="02020603050405020304" pitchFamily="18" charset="0"/>
                <a:ea typeface="楷体" panose="02010609060101010101" charset="-122"/>
                <a:cs typeface="Times New Roman" panose="02020603050405020304" pitchFamily="18" charset="0"/>
                <a:sym typeface="+mn-ea"/>
              </a:rPr>
              <a:t>：</a:t>
            </a:r>
            <a:r>
              <a:rPr lang="en-US" altLang="zh-CN" sz="1600" dirty="0">
                <a:latin typeface="Times New Roman" panose="02020603050405020304" pitchFamily="18" charset="0"/>
                <a:ea typeface="楷体" panose="02010609060101010101" charset="-122"/>
                <a:cs typeface="Times New Roman" panose="02020603050405020304" pitchFamily="18" charset="0"/>
                <a:sym typeface="+mn-ea"/>
              </a:rPr>
              <a:t>1</a:t>
            </a:r>
            <a:r>
              <a:rPr lang="zh-CN" altLang="en-US" sz="1600" dirty="0">
                <a:latin typeface="Times New Roman" panose="02020603050405020304" pitchFamily="18" charset="0"/>
                <a:ea typeface="楷体" panose="02010609060101010101" charset="-122"/>
                <a:cs typeface="Times New Roman" panose="02020603050405020304" pitchFamily="18" charset="0"/>
                <a:sym typeface="+mn-ea"/>
              </a:rPr>
              <a:t>，</a:t>
            </a:r>
            <a:r>
              <a:rPr lang="en-US" altLang="zh-CN" sz="1600" dirty="0">
                <a:latin typeface="Times New Roman" panose="02020603050405020304" pitchFamily="18" charset="0"/>
                <a:ea typeface="楷体" panose="02010609060101010101" charset="-122"/>
                <a:cs typeface="Times New Roman" panose="02020603050405020304" pitchFamily="18" charset="0"/>
                <a:sym typeface="+mn-ea"/>
              </a:rPr>
              <a:t>2</a:t>
            </a:r>
            <a:r>
              <a:rPr lang="zh-CN" altLang="en-US" sz="1600" dirty="0">
                <a:latin typeface="Times New Roman" panose="02020603050405020304" pitchFamily="18" charset="0"/>
                <a:ea typeface="楷体" panose="02010609060101010101" charset="-122"/>
                <a:cs typeface="Times New Roman" panose="02020603050405020304" pitchFamily="18" charset="0"/>
                <a:sym typeface="+mn-ea"/>
              </a:rPr>
              <a:t>句话总结。</a:t>
            </a:r>
            <a:r>
              <a:rPr lang="en-US" altLang="zh-CN" sz="1600" dirty="0">
                <a:latin typeface="Times New Roman" panose="02020603050405020304" pitchFamily="18" charset="0"/>
                <a:ea typeface="楷体" panose="02010609060101010101" charset="-122"/>
                <a:cs typeface="Times New Roman" panose="02020603050405020304" pitchFamily="18" charset="0"/>
                <a:sym typeface="+mn-ea"/>
              </a:rPr>
              <a:t>xxxxxxxxxxxxxxxxxxxxxxxxxxxxxxxxxxxxxxxxxxxxxxxxxxxxxxxxxxxxxxxxxxxxxxxxxxxxxxx</a:t>
            </a:r>
            <a:endParaRPr lang="zh-CN" altLang="en-US" sz="1600" dirty="0">
              <a:latin typeface="Times New Roman" panose="02020603050405020304" pitchFamily="18" charset="0"/>
              <a:ea typeface="楷体" panose="02010609060101010101" charset="-122"/>
              <a:cs typeface="Times New Roman" panose="02020603050405020304" pitchFamily="18" charset="0"/>
              <a:sym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122420152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advClick="0" advTm="41000"/>
    </mc:Choice>
    <mc:Fallback xmlns="">
      <p:transition advClick="0" advTm="41000"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BC3F23-21C9-0565-54EC-B9BC869EDC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77763C9C-EBA7-94A4-1C3B-A0D8B40A58C5}"/>
              </a:ext>
            </a:extLst>
          </p:cNvPr>
          <p:cNvSpPr txBox="1"/>
          <p:nvPr/>
        </p:nvSpPr>
        <p:spPr>
          <a:xfrm>
            <a:off x="408406" y="116818"/>
            <a:ext cx="9273093" cy="5141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1" algn="l" defTabSz="1088390">
              <a:lnSpc>
                <a:spcPts val="35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Tx/>
              <a:defRPr/>
            </a:pPr>
            <a:r>
              <a:rPr lang="zh-CN" altLang="en-US" sz="2800" b="1" spc="100" dirty="0">
                <a:solidFill>
                  <a:schemeClr val="bg1"/>
                </a:solidFill>
                <a:latin typeface="Times New Roman" panose="02020603050405020304" pitchFamily="18" charset="0"/>
                <a:ea typeface="Microsoft YaHei" panose="020B0503020204020204" charset="-122"/>
                <a:cs typeface="Times New Roman" panose="02020603050405020304" pitchFamily="18" charset="0"/>
                <a:sym typeface="+mn-lt"/>
              </a:rPr>
              <a:t>研究技术路线</a:t>
            </a:r>
            <a:r>
              <a:rPr lang="en-US" altLang="zh-CN" sz="2800" b="1" spc="100" dirty="0">
                <a:solidFill>
                  <a:schemeClr val="bg1"/>
                </a:solidFill>
                <a:latin typeface="Times New Roman" panose="02020603050405020304" pitchFamily="18" charset="0"/>
                <a:ea typeface="Microsoft YaHei" panose="020B0503020204020204" charset="-122"/>
                <a:cs typeface="Times New Roman" panose="02020603050405020304" pitchFamily="18" charset="0"/>
                <a:sym typeface="+mn-lt"/>
              </a:rPr>
              <a:t>xxx</a:t>
            </a:r>
            <a:endParaRPr lang="zh-CN" sz="2800" b="1" spc="100" dirty="0">
              <a:solidFill>
                <a:schemeClr val="bg1"/>
              </a:solidFill>
              <a:latin typeface="Times New Roman" panose="02020603050405020304" pitchFamily="18" charset="0"/>
              <a:ea typeface="Microsoft YaHei" panose="020B0503020204020204" charset="-122"/>
              <a:cs typeface="Times New Roman" panose="02020603050405020304" pitchFamily="18" charset="0"/>
              <a:sym typeface="+mn-lt"/>
            </a:endParaRP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02BCF059-CDE0-1011-4F2F-C4A55D24A543}"/>
              </a:ext>
            </a:extLst>
          </p:cNvPr>
          <p:cNvSpPr/>
          <p:nvPr/>
        </p:nvSpPr>
        <p:spPr>
          <a:xfrm>
            <a:off x="704335" y="1705233"/>
            <a:ext cx="6141308" cy="324982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6000" dirty="0"/>
              <a:t>图</a:t>
            </a:r>
            <a:r>
              <a:rPr lang="en-US" altLang="zh-CN" sz="6000" dirty="0"/>
              <a:t>/</a:t>
            </a:r>
            <a:r>
              <a:rPr lang="zh-CN" altLang="en-US" sz="6000" dirty="0"/>
              <a:t>表</a:t>
            </a:r>
          </a:p>
        </p:txBody>
      </p:sp>
      <p:sp>
        <p:nvSpPr>
          <p:cNvPr id="32" name="文本框 31">
            <a:extLst>
              <a:ext uri="{FF2B5EF4-FFF2-40B4-BE49-F238E27FC236}">
                <a16:creationId xmlns:a16="http://schemas.microsoft.com/office/drawing/2014/main" id="{CFD81DF5-B05A-D9C0-C75D-502EDA101FA0}"/>
              </a:ext>
            </a:extLst>
          </p:cNvPr>
          <p:cNvSpPr txBox="1"/>
          <p:nvPr/>
        </p:nvSpPr>
        <p:spPr>
          <a:xfrm>
            <a:off x="8303122" y="2622260"/>
            <a:ext cx="3559364" cy="141577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 fontAlgn="auto">
              <a:lnSpc>
                <a:spcPct val="100000"/>
              </a:lnSpc>
              <a:spcAft>
                <a:spcPts val="800"/>
              </a:spcAft>
              <a:buFont typeface="Wingdings" panose="05000000000000000000" charset="0"/>
              <a:buChar char="u"/>
            </a:pPr>
            <a:r>
              <a:rPr lang="en-US" altLang="zh-CN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ea typeface="楷体" panose="02010609060101010101" charset="-122"/>
                <a:cs typeface="Times New Roman" panose="02020603050405020304" pitchFamily="18" charset="0"/>
                <a:sym typeface="+mn-ea"/>
              </a:rPr>
              <a:t>xxx：</a:t>
            </a:r>
            <a:endParaRPr lang="zh-CN" altLang="en-US" dirty="0">
              <a:latin typeface="Times New Roman" panose="02020603050405020304" pitchFamily="18" charset="0"/>
              <a:ea typeface="楷体" panose="02010609060101010101" charset="-122"/>
              <a:cs typeface="Times New Roman" panose="02020603050405020304" pitchFamily="18" charset="0"/>
            </a:endParaRPr>
          </a:p>
          <a:p>
            <a:pPr marL="285750" indent="-285750" fontAlgn="auto">
              <a:spcAft>
                <a:spcPts val="800"/>
              </a:spcAft>
              <a:buFont typeface="Wingdings" panose="05000000000000000000" charset="0"/>
              <a:buChar char="Ø"/>
            </a:pPr>
            <a:r>
              <a:rPr lang="en-US" altLang="zh-CN" sz="1600" u="sng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ea typeface="楷体" panose="02010609060101010101" charset="-122"/>
                <a:cs typeface="Times New Roman" panose="02020603050405020304" pitchFamily="18" charset="0"/>
                <a:sym typeface="+mn-ea"/>
              </a:rPr>
              <a:t>xxx</a:t>
            </a:r>
            <a:r>
              <a:rPr lang="zh-CN" altLang="en-US" sz="1600" dirty="0">
                <a:latin typeface="Times New Roman" panose="02020603050405020304" pitchFamily="18" charset="0"/>
                <a:ea typeface="楷体" panose="02010609060101010101" charset="-122"/>
                <a:cs typeface="Times New Roman" panose="02020603050405020304" pitchFamily="18" charset="0"/>
                <a:sym typeface="+mn-ea"/>
              </a:rPr>
              <a:t>：</a:t>
            </a:r>
            <a:r>
              <a:rPr lang="en-US" altLang="zh-CN" sz="1600" dirty="0">
                <a:latin typeface="Times New Roman" panose="02020603050405020304" pitchFamily="18" charset="0"/>
                <a:ea typeface="楷体" panose="02010609060101010101" charset="-122"/>
                <a:cs typeface="Times New Roman" panose="02020603050405020304" pitchFamily="18" charset="0"/>
                <a:sym typeface="+mn-ea"/>
              </a:rPr>
              <a:t>xxx</a:t>
            </a:r>
            <a:r>
              <a:rPr lang="zh-CN" altLang="en-US" sz="1600" dirty="0">
                <a:latin typeface="Times New Roman" panose="02020603050405020304" pitchFamily="18" charset="0"/>
                <a:ea typeface="楷体" panose="02010609060101010101" charset="-122"/>
                <a:cs typeface="Times New Roman" panose="02020603050405020304" pitchFamily="18" charset="0"/>
                <a:sym typeface="+mn-ea"/>
              </a:rPr>
              <a:t>；</a:t>
            </a:r>
          </a:p>
          <a:p>
            <a:pPr marL="285750" indent="-285750" fontAlgn="auto">
              <a:spcAft>
                <a:spcPts val="800"/>
              </a:spcAft>
              <a:buFont typeface="Wingdings" panose="05000000000000000000" charset="0"/>
              <a:buChar char="Ø"/>
            </a:pPr>
            <a:r>
              <a:rPr lang="en-US" altLang="zh-CN" sz="1600" u="sng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ea typeface="楷体" panose="02010609060101010101" charset="-122"/>
                <a:cs typeface="Times New Roman" panose="02020603050405020304" pitchFamily="18" charset="0"/>
                <a:sym typeface="+mn-ea"/>
              </a:rPr>
              <a:t>xxx</a:t>
            </a:r>
            <a:r>
              <a:rPr lang="zh-CN" altLang="en-US" sz="1600" dirty="0">
                <a:latin typeface="Times New Roman" panose="02020603050405020304" pitchFamily="18" charset="0"/>
                <a:ea typeface="楷体" panose="02010609060101010101" charset="-122"/>
                <a:cs typeface="Times New Roman" panose="02020603050405020304" pitchFamily="18" charset="0"/>
                <a:sym typeface="+mn-ea"/>
              </a:rPr>
              <a:t>：</a:t>
            </a:r>
            <a:r>
              <a:rPr lang="en-US" altLang="zh-CN" sz="1600" dirty="0">
                <a:latin typeface="Times New Roman" panose="02020603050405020304" pitchFamily="18" charset="0"/>
                <a:ea typeface="楷体" panose="02010609060101010101" charset="-122"/>
                <a:cs typeface="Times New Roman" panose="02020603050405020304" pitchFamily="18" charset="0"/>
                <a:sym typeface="+mn-ea"/>
              </a:rPr>
              <a:t>xxx</a:t>
            </a:r>
            <a:r>
              <a:rPr lang="zh-CN" altLang="en-US" sz="1600" dirty="0">
                <a:latin typeface="Times New Roman" panose="02020603050405020304" pitchFamily="18" charset="0"/>
                <a:ea typeface="楷体" panose="02010609060101010101" charset="-122"/>
                <a:cs typeface="Times New Roman" panose="02020603050405020304" pitchFamily="18" charset="0"/>
                <a:sym typeface="+mn-ea"/>
              </a:rPr>
              <a:t>；</a:t>
            </a:r>
            <a:endParaRPr lang="zh-CN" altLang="en-US" sz="1600" u="sng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Times New Roman" panose="02020603050405020304" pitchFamily="18" charset="0"/>
              <a:ea typeface="楷体" panose="02010609060101010101" charset="-122"/>
              <a:cs typeface="Times New Roman" panose="02020603050405020304" pitchFamily="18" charset="0"/>
              <a:sym typeface="+mn-ea"/>
            </a:endParaRPr>
          </a:p>
          <a:p>
            <a:pPr marL="285750" indent="-285750" algn="l" fontAlgn="auto">
              <a:spcAft>
                <a:spcPts val="800"/>
              </a:spcAft>
              <a:buClrTx/>
              <a:buSzTx/>
              <a:buFont typeface="Wingdings" panose="05000000000000000000" charset="0"/>
              <a:buChar char="Ø"/>
            </a:pPr>
            <a:r>
              <a:rPr lang="en-US" altLang="zh-CN" sz="1600" u="sng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ea typeface="楷体" panose="02010609060101010101" charset="-122"/>
                <a:cs typeface="Times New Roman" panose="02020603050405020304" pitchFamily="18" charset="0"/>
                <a:sym typeface="+mn-ea"/>
              </a:rPr>
              <a:t>xxx</a:t>
            </a:r>
            <a:r>
              <a:rPr lang="zh-CN" altLang="en-US" sz="1600" dirty="0">
                <a:latin typeface="Times New Roman" panose="02020603050405020304" pitchFamily="18" charset="0"/>
                <a:ea typeface="楷体" panose="02010609060101010101" charset="-122"/>
                <a:cs typeface="Times New Roman" panose="02020603050405020304" pitchFamily="18" charset="0"/>
                <a:sym typeface="+mn-ea"/>
              </a:rPr>
              <a:t>：</a:t>
            </a:r>
            <a:r>
              <a:rPr lang="en-US" altLang="zh-CN" sz="1600" dirty="0">
                <a:latin typeface="Times New Roman" panose="02020603050405020304" pitchFamily="18" charset="0"/>
                <a:ea typeface="楷体" panose="02010609060101010101" charset="-122"/>
                <a:cs typeface="Times New Roman" panose="02020603050405020304" pitchFamily="18" charset="0"/>
                <a:sym typeface="+mn-ea"/>
              </a:rPr>
              <a:t>xxx</a:t>
            </a:r>
            <a:r>
              <a:rPr lang="zh-CN" altLang="en-US" sz="1600" dirty="0">
                <a:latin typeface="Times New Roman" panose="02020603050405020304" pitchFamily="18" charset="0"/>
                <a:ea typeface="楷体" panose="02010609060101010101" charset="-122"/>
                <a:cs typeface="Times New Roman" panose="02020603050405020304" pitchFamily="18" charset="0"/>
                <a:sym typeface="+mn-ea"/>
              </a:rPr>
              <a:t>；</a:t>
            </a:r>
          </a:p>
        </p:txBody>
      </p:sp>
      <p:sp>
        <p:nvSpPr>
          <p:cNvPr id="34" name="文本框 33">
            <a:extLst>
              <a:ext uri="{FF2B5EF4-FFF2-40B4-BE49-F238E27FC236}">
                <a16:creationId xmlns:a16="http://schemas.microsoft.com/office/drawing/2014/main" id="{DAE80736-39BC-F275-0BE0-9E6EF5D91021}"/>
              </a:ext>
            </a:extLst>
          </p:cNvPr>
          <p:cNvSpPr txBox="1"/>
          <p:nvPr/>
        </p:nvSpPr>
        <p:spPr>
          <a:xfrm>
            <a:off x="1001454" y="6139017"/>
            <a:ext cx="10996957" cy="405482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marL="285750" indent="-285750" fontAlgn="auto">
              <a:spcAft>
                <a:spcPts val="800"/>
              </a:spcAft>
              <a:buFont typeface="Wingdings" panose="05000000000000000000" charset="0"/>
              <a:buChar char="u"/>
            </a:pPr>
            <a:r>
              <a:rPr lang="en-US" altLang="zh-CN" sz="16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ea typeface="楷体" panose="02010609060101010101" charset="-122"/>
                <a:cs typeface="Times New Roman" panose="02020603050405020304" pitchFamily="18" charset="0"/>
                <a:sym typeface="+mn-ea"/>
              </a:rPr>
              <a:t>xxx</a:t>
            </a:r>
            <a:r>
              <a:rPr lang="zh-CN" altLang="en-US" sz="1600" dirty="0">
                <a:latin typeface="Times New Roman" panose="02020603050405020304" pitchFamily="18" charset="0"/>
                <a:ea typeface="楷体" panose="02010609060101010101" charset="-122"/>
                <a:cs typeface="Times New Roman" panose="02020603050405020304" pitchFamily="18" charset="0"/>
                <a:sym typeface="+mn-ea"/>
              </a:rPr>
              <a:t>：</a:t>
            </a:r>
            <a:r>
              <a:rPr lang="en-US" altLang="zh-CN" sz="1600" dirty="0">
                <a:latin typeface="Times New Roman" panose="02020603050405020304" pitchFamily="18" charset="0"/>
                <a:ea typeface="楷体" panose="02010609060101010101" charset="-122"/>
                <a:cs typeface="Times New Roman" panose="02020603050405020304" pitchFamily="18" charset="0"/>
                <a:sym typeface="+mn-ea"/>
              </a:rPr>
              <a:t>1</a:t>
            </a:r>
            <a:r>
              <a:rPr lang="zh-CN" altLang="en-US" sz="1600" dirty="0">
                <a:latin typeface="Times New Roman" panose="02020603050405020304" pitchFamily="18" charset="0"/>
                <a:ea typeface="楷体" panose="02010609060101010101" charset="-122"/>
                <a:cs typeface="Times New Roman" panose="02020603050405020304" pitchFamily="18" charset="0"/>
                <a:sym typeface="+mn-ea"/>
              </a:rPr>
              <a:t>，</a:t>
            </a:r>
            <a:r>
              <a:rPr lang="en-US" altLang="zh-CN" sz="1600" dirty="0">
                <a:latin typeface="Times New Roman" panose="02020603050405020304" pitchFamily="18" charset="0"/>
                <a:ea typeface="楷体" panose="02010609060101010101" charset="-122"/>
                <a:cs typeface="Times New Roman" panose="02020603050405020304" pitchFamily="18" charset="0"/>
                <a:sym typeface="+mn-ea"/>
              </a:rPr>
              <a:t>2</a:t>
            </a:r>
            <a:r>
              <a:rPr lang="zh-CN" altLang="en-US" sz="1600" dirty="0">
                <a:latin typeface="Times New Roman" panose="02020603050405020304" pitchFamily="18" charset="0"/>
                <a:ea typeface="楷体" panose="02010609060101010101" charset="-122"/>
                <a:cs typeface="Times New Roman" panose="02020603050405020304" pitchFamily="18" charset="0"/>
                <a:sym typeface="+mn-ea"/>
              </a:rPr>
              <a:t>句话总结。</a:t>
            </a:r>
            <a:r>
              <a:rPr lang="en-US" altLang="zh-CN" sz="1600" dirty="0">
                <a:latin typeface="Times New Roman" panose="02020603050405020304" pitchFamily="18" charset="0"/>
                <a:ea typeface="楷体" panose="02010609060101010101" charset="-122"/>
                <a:cs typeface="Times New Roman" panose="02020603050405020304" pitchFamily="18" charset="0"/>
                <a:sym typeface="+mn-ea"/>
              </a:rPr>
              <a:t>xxxxxxxxxxxxxxxxxxxxxxxxxxxxxxxxxxxxxxxxxxxxxxxxxxxxxxxxxxxxxxxxxxxxxxxxxxxxxxx</a:t>
            </a:r>
            <a:endParaRPr lang="zh-CN" altLang="en-US" sz="1600" dirty="0">
              <a:latin typeface="Times New Roman" panose="02020603050405020304" pitchFamily="18" charset="0"/>
              <a:ea typeface="楷体" panose="02010609060101010101" charset="-122"/>
              <a:cs typeface="Times New Roman" panose="02020603050405020304" pitchFamily="18" charset="0"/>
              <a:sym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10960539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advClick="0" advTm="41000"/>
    </mc:Choice>
    <mc:Fallback xmlns="">
      <p:transition advClick="0" advTm="41000"/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1B3681-57F2-0523-8760-A49AA4AB01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FE33D6E6-F426-C99F-9D37-375D05CCBC06}"/>
              </a:ext>
            </a:extLst>
          </p:cNvPr>
          <p:cNvSpPr txBox="1"/>
          <p:nvPr/>
        </p:nvSpPr>
        <p:spPr>
          <a:xfrm>
            <a:off x="408406" y="116818"/>
            <a:ext cx="9273093" cy="5141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1" algn="l" defTabSz="1088390">
              <a:lnSpc>
                <a:spcPts val="35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Tx/>
              <a:defRPr/>
            </a:pPr>
            <a:r>
              <a:rPr lang="zh-CN" altLang="en-US" sz="2800" b="1" spc="100" dirty="0">
                <a:solidFill>
                  <a:schemeClr val="bg1"/>
                </a:solidFill>
                <a:latin typeface="Times New Roman" panose="02020603050405020304" pitchFamily="18" charset="0"/>
                <a:ea typeface="Microsoft YaHei" panose="020B0503020204020204" charset="-122"/>
                <a:cs typeface="Times New Roman" panose="02020603050405020304" pitchFamily="18" charset="0"/>
                <a:sym typeface="+mn-lt"/>
              </a:rPr>
              <a:t>主要技术指标</a:t>
            </a:r>
            <a:endParaRPr lang="zh-CN" sz="2800" b="1" spc="100" dirty="0">
              <a:solidFill>
                <a:schemeClr val="bg1"/>
              </a:solidFill>
              <a:latin typeface="Times New Roman" panose="02020603050405020304" pitchFamily="18" charset="0"/>
              <a:ea typeface="Microsoft YaHei" panose="020B0503020204020204" charset="-122"/>
              <a:cs typeface="Times New Roman" panose="02020603050405020304" pitchFamily="18" charset="0"/>
              <a:sym typeface="+mn-lt"/>
            </a:endParaRP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51AEEBBA-B55A-F60A-EE8B-C1114237E2EC}"/>
              </a:ext>
            </a:extLst>
          </p:cNvPr>
          <p:cNvSpPr/>
          <p:nvPr/>
        </p:nvSpPr>
        <p:spPr>
          <a:xfrm>
            <a:off x="704335" y="1705233"/>
            <a:ext cx="6141308" cy="324982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6000" dirty="0"/>
              <a:t>图</a:t>
            </a:r>
            <a:r>
              <a:rPr lang="en-US" altLang="zh-CN" sz="6000" dirty="0"/>
              <a:t>/</a:t>
            </a:r>
            <a:r>
              <a:rPr lang="zh-CN" altLang="en-US" sz="6000" dirty="0"/>
              <a:t>表</a:t>
            </a:r>
          </a:p>
        </p:txBody>
      </p:sp>
      <p:sp>
        <p:nvSpPr>
          <p:cNvPr id="32" name="文本框 31">
            <a:extLst>
              <a:ext uri="{FF2B5EF4-FFF2-40B4-BE49-F238E27FC236}">
                <a16:creationId xmlns:a16="http://schemas.microsoft.com/office/drawing/2014/main" id="{9BCD3A58-FDDF-21FE-E9BE-347F81AE4DA9}"/>
              </a:ext>
            </a:extLst>
          </p:cNvPr>
          <p:cNvSpPr txBox="1"/>
          <p:nvPr/>
        </p:nvSpPr>
        <p:spPr>
          <a:xfrm>
            <a:off x="8303122" y="2622260"/>
            <a:ext cx="3559364" cy="141577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 fontAlgn="auto">
              <a:lnSpc>
                <a:spcPct val="100000"/>
              </a:lnSpc>
              <a:spcAft>
                <a:spcPts val="800"/>
              </a:spcAft>
              <a:buFont typeface="Wingdings" panose="05000000000000000000" charset="0"/>
              <a:buChar char="u"/>
            </a:pPr>
            <a:r>
              <a:rPr lang="en-US" altLang="zh-CN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ea typeface="楷体" panose="02010609060101010101" charset="-122"/>
                <a:cs typeface="Times New Roman" panose="02020603050405020304" pitchFamily="18" charset="0"/>
                <a:sym typeface="+mn-ea"/>
              </a:rPr>
              <a:t>xxx：</a:t>
            </a:r>
            <a:endParaRPr lang="zh-CN" altLang="en-US" dirty="0">
              <a:latin typeface="Times New Roman" panose="02020603050405020304" pitchFamily="18" charset="0"/>
              <a:ea typeface="楷体" panose="02010609060101010101" charset="-122"/>
              <a:cs typeface="Times New Roman" panose="02020603050405020304" pitchFamily="18" charset="0"/>
            </a:endParaRPr>
          </a:p>
          <a:p>
            <a:pPr marL="285750" indent="-285750" fontAlgn="auto">
              <a:spcAft>
                <a:spcPts val="800"/>
              </a:spcAft>
              <a:buFont typeface="Wingdings" panose="05000000000000000000" charset="0"/>
              <a:buChar char="Ø"/>
            </a:pPr>
            <a:r>
              <a:rPr lang="en-US" altLang="zh-CN" sz="1600" u="sng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ea typeface="楷体" panose="02010609060101010101" charset="-122"/>
                <a:cs typeface="Times New Roman" panose="02020603050405020304" pitchFamily="18" charset="0"/>
                <a:sym typeface="+mn-ea"/>
              </a:rPr>
              <a:t>xxx</a:t>
            </a:r>
            <a:r>
              <a:rPr lang="zh-CN" altLang="en-US" sz="1600" dirty="0">
                <a:latin typeface="Times New Roman" panose="02020603050405020304" pitchFamily="18" charset="0"/>
                <a:ea typeface="楷体" panose="02010609060101010101" charset="-122"/>
                <a:cs typeface="Times New Roman" panose="02020603050405020304" pitchFamily="18" charset="0"/>
                <a:sym typeface="+mn-ea"/>
              </a:rPr>
              <a:t>：</a:t>
            </a:r>
            <a:r>
              <a:rPr lang="en-US" altLang="zh-CN" sz="1600" dirty="0">
                <a:latin typeface="Times New Roman" panose="02020603050405020304" pitchFamily="18" charset="0"/>
                <a:ea typeface="楷体" panose="02010609060101010101" charset="-122"/>
                <a:cs typeface="Times New Roman" panose="02020603050405020304" pitchFamily="18" charset="0"/>
                <a:sym typeface="+mn-ea"/>
              </a:rPr>
              <a:t>xxx</a:t>
            </a:r>
            <a:r>
              <a:rPr lang="zh-CN" altLang="en-US" sz="1600" dirty="0">
                <a:latin typeface="Times New Roman" panose="02020603050405020304" pitchFamily="18" charset="0"/>
                <a:ea typeface="楷体" panose="02010609060101010101" charset="-122"/>
                <a:cs typeface="Times New Roman" panose="02020603050405020304" pitchFamily="18" charset="0"/>
                <a:sym typeface="+mn-ea"/>
              </a:rPr>
              <a:t>；</a:t>
            </a:r>
          </a:p>
          <a:p>
            <a:pPr marL="285750" indent="-285750" fontAlgn="auto">
              <a:spcAft>
                <a:spcPts val="800"/>
              </a:spcAft>
              <a:buFont typeface="Wingdings" panose="05000000000000000000" charset="0"/>
              <a:buChar char="Ø"/>
            </a:pPr>
            <a:r>
              <a:rPr lang="en-US" altLang="zh-CN" sz="1600" u="sng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ea typeface="楷体" panose="02010609060101010101" charset="-122"/>
                <a:cs typeface="Times New Roman" panose="02020603050405020304" pitchFamily="18" charset="0"/>
                <a:sym typeface="+mn-ea"/>
              </a:rPr>
              <a:t>xxx</a:t>
            </a:r>
            <a:r>
              <a:rPr lang="zh-CN" altLang="en-US" sz="1600" dirty="0">
                <a:latin typeface="Times New Roman" panose="02020603050405020304" pitchFamily="18" charset="0"/>
                <a:ea typeface="楷体" panose="02010609060101010101" charset="-122"/>
                <a:cs typeface="Times New Roman" panose="02020603050405020304" pitchFamily="18" charset="0"/>
                <a:sym typeface="+mn-ea"/>
              </a:rPr>
              <a:t>：</a:t>
            </a:r>
            <a:r>
              <a:rPr lang="en-US" altLang="zh-CN" sz="1600" dirty="0">
                <a:latin typeface="Times New Roman" panose="02020603050405020304" pitchFamily="18" charset="0"/>
                <a:ea typeface="楷体" panose="02010609060101010101" charset="-122"/>
                <a:cs typeface="Times New Roman" panose="02020603050405020304" pitchFamily="18" charset="0"/>
                <a:sym typeface="+mn-ea"/>
              </a:rPr>
              <a:t>xxx</a:t>
            </a:r>
            <a:r>
              <a:rPr lang="zh-CN" altLang="en-US" sz="1600" dirty="0">
                <a:latin typeface="Times New Roman" panose="02020603050405020304" pitchFamily="18" charset="0"/>
                <a:ea typeface="楷体" panose="02010609060101010101" charset="-122"/>
                <a:cs typeface="Times New Roman" panose="02020603050405020304" pitchFamily="18" charset="0"/>
                <a:sym typeface="+mn-ea"/>
              </a:rPr>
              <a:t>；</a:t>
            </a:r>
            <a:endParaRPr lang="zh-CN" altLang="en-US" sz="1600" u="sng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Times New Roman" panose="02020603050405020304" pitchFamily="18" charset="0"/>
              <a:ea typeface="楷体" panose="02010609060101010101" charset="-122"/>
              <a:cs typeface="Times New Roman" panose="02020603050405020304" pitchFamily="18" charset="0"/>
              <a:sym typeface="+mn-ea"/>
            </a:endParaRPr>
          </a:p>
          <a:p>
            <a:pPr marL="285750" indent="-285750" algn="l" fontAlgn="auto">
              <a:spcAft>
                <a:spcPts val="800"/>
              </a:spcAft>
              <a:buClrTx/>
              <a:buSzTx/>
              <a:buFont typeface="Wingdings" panose="05000000000000000000" charset="0"/>
              <a:buChar char="Ø"/>
            </a:pPr>
            <a:r>
              <a:rPr lang="en-US" altLang="zh-CN" sz="1600" u="sng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ea typeface="楷体" panose="02010609060101010101" charset="-122"/>
                <a:cs typeface="Times New Roman" panose="02020603050405020304" pitchFamily="18" charset="0"/>
                <a:sym typeface="+mn-ea"/>
              </a:rPr>
              <a:t>xxx</a:t>
            </a:r>
            <a:r>
              <a:rPr lang="zh-CN" altLang="en-US" sz="1600" dirty="0">
                <a:latin typeface="Times New Roman" panose="02020603050405020304" pitchFamily="18" charset="0"/>
                <a:ea typeface="楷体" panose="02010609060101010101" charset="-122"/>
                <a:cs typeface="Times New Roman" panose="02020603050405020304" pitchFamily="18" charset="0"/>
                <a:sym typeface="+mn-ea"/>
              </a:rPr>
              <a:t>：</a:t>
            </a:r>
            <a:r>
              <a:rPr lang="en-US" altLang="zh-CN" sz="1600" dirty="0">
                <a:latin typeface="Times New Roman" panose="02020603050405020304" pitchFamily="18" charset="0"/>
                <a:ea typeface="楷体" panose="02010609060101010101" charset="-122"/>
                <a:cs typeface="Times New Roman" panose="02020603050405020304" pitchFamily="18" charset="0"/>
                <a:sym typeface="+mn-ea"/>
              </a:rPr>
              <a:t>xxx</a:t>
            </a:r>
            <a:r>
              <a:rPr lang="zh-CN" altLang="en-US" sz="1600" dirty="0">
                <a:latin typeface="Times New Roman" panose="02020603050405020304" pitchFamily="18" charset="0"/>
                <a:ea typeface="楷体" panose="02010609060101010101" charset="-122"/>
                <a:cs typeface="Times New Roman" panose="02020603050405020304" pitchFamily="18" charset="0"/>
                <a:sym typeface="+mn-ea"/>
              </a:rPr>
              <a:t>；</a:t>
            </a:r>
          </a:p>
        </p:txBody>
      </p:sp>
      <p:sp>
        <p:nvSpPr>
          <p:cNvPr id="34" name="文本框 33">
            <a:extLst>
              <a:ext uri="{FF2B5EF4-FFF2-40B4-BE49-F238E27FC236}">
                <a16:creationId xmlns:a16="http://schemas.microsoft.com/office/drawing/2014/main" id="{E1DF5966-EED0-FC37-7BF2-CF89C65DC94A}"/>
              </a:ext>
            </a:extLst>
          </p:cNvPr>
          <p:cNvSpPr txBox="1"/>
          <p:nvPr/>
        </p:nvSpPr>
        <p:spPr>
          <a:xfrm>
            <a:off x="1001454" y="6139017"/>
            <a:ext cx="10996957" cy="405482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marL="285750" indent="-285750" fontAlgn="auto">
              <a:spcAft>
                <a:spcPts val="800"/>
              </a:spcAft>
              <a:buFont typeface="Wingdings" panose="05000000000000000000" charset="0"/>
              <a:buChar char="u"/>
            </a:pPr>
            <a:r>
              <a:rPr lang="en-US" altLang="zh-CN" sz="16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ea typeface="楷体" panose="02010609060101010101" charset="-122"/>
                <a:cs typeface="Times New Roman" panose="02020603050405020304" pitchFamily="18" charset="0"/>
                <a:sym typeface="+mn-ea"/>
              </a:rPr>
              <a:t>xxx</a:t>
            </a:r>
            <a:r>
              <a:rPr lang="zh-CN" altLang="en-US" sz="1600" dirty="0">
                <a:latin typeface="Times New Roman" panose="02020603050405020304" pitchFamily="18" charset="0"/>
                <a:ea typeface="楷体" panose="02010609060101010101" charset="-122"/>
                <a:cs typeface="Times New Roman" panose="02020603050405020304" pitchFamily="18" charset="0"/>
                <a:sym typeface="+mn-ea"/>
              </a:rPr>
              <a:t>：</a:t>
            </a:r>
            <a:r>
              <a:rPr lang="en-US" altLang="zh-CN" sz="1600" dirty="0">
                <a:latin typeface="Times New Roman" panose="02020603050405020304" pitchFamily="18" charset="0"/>
                <a:ea typeface="楷体" panose="02010609060101010101" charset="-122"/>
                <a:cs typeface="Times New Roman" panose="02020603050405020304" pitchFamily="18" charset="0"/>
                <a:sym typeface="+mn-ea"/>
              </a:rPr>
              <a:t>1</a:t>
            </a:r>
            <a:r>
              <a:rPr lang="zh-CN" altLang="en-US" sz="1600" dirty="0">
                <a:latin typeface="Times New Roman" panose="02020603050405020304" pitchFamily="18" charset="0"/>
                <a:ea typeface="楷体" panose="02010609060101010101" charset="-122"/>
                <a:cs typeface="Times New Roman" panose="02020603050405020304" pitchFamily="18" charset="0"/>
                <a:sym typeface="+mn-ea"/>
              </a:rPr>
              <a:t>，</a:t>
            </a:r>
            <a:r>
              <a:rPr lang="en-US" altLang="zh-CN" sz="1600" dirty="0">
                <a:latin typeface="Times New Roman" panose="02020603050405020304" pitchFamily="18" charset="0"/>
                <a:ea typeface="楷体" panose="02010609060101010101" charset="-122"/>
                <a:cs typeface="Times New Roman" panose="02020603050405020304" pitchFamily="18" charset="0"/>
                <a:sym typeface="+mn-ea"/>
              </a:rPr>
              <a:t>2</a:t>
            </a:r>
            <a:r>
              <a:rPr lang="zh-CN" altLang="en-US" sz="1600" dirty="0">
                <a:latin typeface="Times New Roman" panose="02020603050405020304" pitchFamily="18" charset="0"/>
                <a:ea typeface="楷体" panose="02010609060101010101" charset="-122"/>
                <a:cs typeface="Times New Roman" panose="02020603050405020304" pitchFamily="18" charset="0"/>
                <a:sym typeface="+mn-ea"/>
              </a:rPr>
              <a:t>句话总结。</a:t>
            </a:r>
            <a:r>
              <a:rPr lang="en-US" altLang="zh-CN" sz="1600" dirty="0">
                <a:latin typeface="Times New Roman" panose="02020603050405020304" pitchFamily="18" charset="0"/>
                <a:ea typeface="楷体" panose="02010609060101010101" charset="-122"/>
                <a:cs typeface="Times New Roman" panose="02020603050405020304" pitchFamily="18" charset="0"/>
                <a:sym typeface="+mn-ea"/>
              </a:rPr>
              <a:t>xxxxxxxxxxxxxxxxxxxxxxxxxxxxxxxxxxxxxxxxxxxxxxxxxxxxxxxxxxxxxxxxxxxxxxxxxxxxxxx</a:t>
            </a:r>
            <a:endParaRPr lang="zh-CN" altLang="en-US" sz="1600" dirty="0">
              <a:latin typeface="Times New Roman" panose="02020603050405020304" pitchFamily="18" charset="0"/>
              <a:ea typeface="楷体" panose="02010609060101010101" charset="-122"/>
              <a:cs typeface="Times New Roman" panose="02020603050405020304" pitchFamily="18" charset="0"/>
              <a:sym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422858362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advClick="0" advTm="41000"/>
    </mc:Choice>
    <mc:Fallback xmlns="">
      <p:transition advClick="0" advTm="41000"/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B2A3E8-A53E-50C3-0F6C-0860C79A51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86A582C6-9994-0A78-7A9E-CEDD30E8FE55}"/>
              </a:ext>
            </a:extLst>
          </p:cNvPr>
          <p:cNvSpPr txBox="1"/>
          <p:nvPr/>
        </p:nvSpPr>
        <p:spPr>
          <a:xfrm>
            <a:off x="408406" y="116818"/>
            <a:ext cx="9273093" cy="5141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1" algn="l" defTabSz="1088390">
              <a:lnSpc>
                <a:spcPts val="35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Tx/>
              <a:defRPr/>
            </a:pPr>
            <a:r>
              <a:rPr lang="zh-CN" altLang="en-US" sz="2800" b="1" spc="100" dirty="0">
                <a:solidFill>
                  <a:schemeClr val="bg1"/>
                </a:solidFill>
                <a:latin typeface="Times New Roman" panose="02020603050405020304" pitchFamily="18" charset="0"/>
                <a:ea typeface="Microsoft YaHei" panose="020B0503020204020204" charset="-122"/>
                <a:cs typeface="Times New Roman" panose="02020603050405020304" pitchFamily="18" charset="0"/>
                <a:sym typeface="+mn-lt"/>
              </a:rPr>
              <a:t>研究成果及考核方式</a:t>
            </a:r>
            <a:endParaRPr lang="zh-CN" sz="2800" b="1" spc="100" dirty="0">
              <a:solidFill>
                <a:schemeClr val="bg1"/>
              </a:solidFill>
              <a:latin typeface="Times New Roman" panose="02020603050405020304" pitchFamily="18" charset="0"/>
              <a:ea typeface="Microsoft YaHei" panose="020B0503020204020204" charset="-122"/>
              <a:cs typeface="Times New Roman" panose="02020603050405020304" pitchFamily="18" charset="0"/>
              <a:sym typeface="+mn-lt"/>
            </a:endParaRP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293A6F9B-D2C8-E769-59C8-20B47C7BA69C}"/>
              </a:ext>
            </a:extLst>
          </p:cNvPr>
          <p:cNvSpPr/>
          <p:nvPr/>
        </p:nvSpPr>
        <p:spPr>
          <a:xfrm>
            <a:off x="704335" y="1705233"/>
            <a:ext cx="6141308" cy="324982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6000" dirty="0"/>
              <a:t>图</a:t>
            </a:r>
            <a:r>
              <a:rPr lang="en-US" altLang="zh-CN" sz="6000" dirty="0"/>
              <a:t>/</a:t>
            </a:r>
            <a:r>
              <a:rPr lang="zh-CN" altLang="en-US" sz="6000" dirty="0"/>
              <a:t>表</a:t>
            </a:r>
          </a:p>
        </p:txBody>
      </p:sp>
      <p:sp>
        <p:nvSpPr>
          <p:cNvPr id="32" name="文本框 31">
            <a:extLst>
              <a:ext uri="{FF2B5EF4-FFF2-40B4-BE49-F238E27FC236}">
                <a16:creationId xmlns:a16="http://schemas.microsoft.com/office/drawing/2014/main" id="{9C43659D-2BED-C06D-6143-F9E502E90A1B}"/>
              </a:ext>
            </a:extLst>
          </p:cNvPr>
          <p:cNvSpPr txBox="1"/>
          <p:nvPr/>
        </p:nvSpPr>
        <p:spPr>
          <a:xfrm>
            <a:off x="8303122" y="2622260"/>
            <a:ext cx="3559364" cy="141577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 fontAlgn="auto">
              <a:lnSpc>
                <a:spcPct val="100000"/>
              </a:lnSpc>
              <a:spcAft>
                <a:spcPts val="800"/>
              </a:spcAft>
              <a:buFont typeface="Wingdings" panose="05000000000000000000" charset="0"/>
              <a:buChar char="u"/>
            </a:pPr>
            <a:r>
              <a:rPr lang="en-US" altLang="zh-CN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ea typeface="楷体" panose="02010609060101010101" charset="-122"/>
                <a:cs typeface="Times New Roman" panose="02020603050405020304" pitchFamily="18" charset="0"/>
                <a:sym typeface="+mn-ea"/>
              </a:rPr>
              <a:t>xxx：</a:t>
            </a:r>
            <a:endParaRPr lang="zh-CN" altLang="en-US" dirty="0">
              <a:latin typeface="Times New Roman" panose="02020603050405020304" pitchFamily="18" charset="0"/>
              <a:ea typeface="楷体" panose="02010609060101010101" charset="-122"/>
              <a:cs typeface="Times New Roman" panose="02020603050405020304" pitchFamily="18" charset="0"/>
            </a:endParaRPr>
          </a:p>
          <a:p>
            <a:pPr marL="285750" indent="-285750" fontAlgn="auto">
              <a:spcAft>
                <a:spcPts val="800"/>
              </a:spcAft>
              <a:buFont typeface="Wingdings" panose="05000000000000000000" charset="0"/>
              <a:buChar char="Ø"/>
            </a:pPr>
            <a:r>
              <a:rPr lang="en-US" altLang="zh-CN" sz="1600" u="sng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ea typeface="楷体" panose="02010609060101010101" charset="-122"/>
                <a:cs typeface="Times New Roman" panose="02020603050405020304" pitchFamily="18" charset="0"/>
                <a:sym typeface="+mn-ea"/>
              </a:rPr>
              <a:t>xxx</a:t>
            </a:r>
            <a:r>
              <a:rPr lang="zh-CN" altLang="en-US" sz="1600" dirty="0">
                <a:latin typeface="Times New Roman" panose="02020603050405020304" pitchFamily="18" charset="0"/>
                <a:ea typeface="楷体" panose="02010609060101010101" charset="-122"/>
                <a:cs typeface="Times New Roman" panose="02020603050405020304" pitchFamily="18" charset="0"/>
                <a:sym typeface="+mn-ea"/>
              </a:rPr>
              <a:t>：</a:t>
            </a:r>
            <a:r>
              <a:rPr lang="en-US" altLang="zh-CN" sz="1600" dirty="0">
                <a:latin typeface="Times New Roman" panose="02020603050405020304" pitchFamily="18" charset="0"/>
                <a:ea typeface="楷体" panose="02010609060101010101" charset="-122"/>
                <a:cs typeface="Times New Roman" panose="02020603050405020304" pitchFamily="18" charset="0"/>
                <a:sym typeface="+mn-ea"/>
              </a:rPr>
              <a:t>xxx</a:t>
            </a:r>
            <a:r>
              <a:rPr lang="zh-CN" altLang="en-US" sz="1600" dirty="0">
                <a:latin typeface="Times New Roman" panose="02020603050405020304" pitchFamily="18" charset="0"/>
                <a:ea typeface="楷体" panose="02010609060101010101" charset="-122"/>
                <a:cs typeface="Times New Roman" panose="02020603050405020304" pitchFamily="18" charset="0"/>
                <a:sym typeface="+mn-ea"/>
              </a:rPr>
              <a:t>；</a:t>
            </a:r>
          </a:p>
          <a:p>
            <a:pPr marL="285750" indent="-285750" fontAlgn="auto">
              <a:spcAft>
                <a:spcPts val="800"/>
              </a:spcAft>
              <a:buFont typeface="Wingdings" panose="05000000000000000000" charset="0"/>
              <a:buChar char="Ø"/>
            </a:pPr>
            <a:r>
              <a:rPr lang="en-US" altLang="zh-CN" sz="1600" u="sng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ea typeface="楷体" panose="02010609060101010101" charset="-122"/>
                <a:cs typeface="Times New Roman" panose="02020603050405020304" pitchFamily="18" charset="0"/>
                <a:sym typeface="+mn-ea"/>
              </a:rPr>
              <a:t>xxx</a:t>
            </a:r>
            <a:r>
              <a:rPr lang="zh-CN" altLang="en-US" sz="1600" dirty="0">
                <a:latin typeface="Times New Roman" panose="02020603050405020304" pitchFamily="18" charset="0"/>
                <a:ea typeface="楷体" panose="02010609060101010101" charset="-122"/>
                <a:cs typeface="Times New Roman" panose="02020603050405020304" pitchFamily="18" charset="0"/>
                <a:sym typeface="+mn-ea"/>
              </a:rPr>
              <a:t>：</a:t>
            </a:r>
            <a:r>
              <a:rPr lang="en-US" altLang="zh-CN" sz="1600" dirty="0">
                <a:latin typeface="Times New Roman" panose="02020603050405020304" pitchFamily="18" charset="0"/>
                <a:ea typeface="楷体" panose="02010609060101010101" charset="-122"/>
                <a:cs typeface="Times New Roman" panose="02020603050405020304" pitchFamily="18" charset="0"/>
                <a:sym typeface="+mn-ea"/>
              </a:rPr>
              <a:t>xxx</a:t>
            </a:r>
            <a:r>
              <a:rPr lang="zh-CN" altLang="en-US" sz="1600" dirty="0">
                <a:latin typeface="Times New Roman" panose="02020603050405020304" pitchFamily="18" charset="0"/>
                <a:ea typeface="楷体" panose="02010609060101010101" charset="-122"/>
                <a:cs typeface="Times New Roman" panose="02020603050405020304" pitchFamily="18" charset="0"/>
                <a:sym typeface="+mn-ea"/>
              </a:rPr>
              <a:t>；</a:t>
            </a:r>
            <a:endParaRPr lang="zh-CN" altLang="en-US" sz="1600" u="sng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Times New Roman" panose="02020603050405020304" pitchFamily="18" charset="0"/>
              <a:ea typeface="楷体" panose="02010609060101010101" charset="-122"/>
              <a:cs typeface="Times New Roman" panose="02020603050405020304" pitchFamily="18" charset="0"/>
              <a:sym typeface="+mn-ea"/>
            </a:endParaRPr>
          </a:p>
          <a:p>
            <a:pPr marL="285750" indent="-285750" algn="l" fontAlgn="auto">
              <a:spcAft>
                <a:spcPts val="800"/>
              </a:spcAft>
              <a:buClrTx/>
              <a:buSzTx/>
              <a:buFont typeface="Wingdings" panose="05000000000000000000" charset="0"/>
              <a:buChar char="Ø"/>
            </a:pPr>
            <a:r>
              <a:rPr lang="en-US" altLang="zh-CN" sz="1600" u="sng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ea typeface="楷体" panose="02010609060101010101" charset="-122"/>
                <a:cs typeface="Times New Roman" panose="02020603050405020304" pitchFamily="18" charset="0"/>
                <a:sym typeface="+mn-ea"/>
              </a:rPr>
              <a:t>xxx</a:t>
            </a:r>
            <a:r>
              <a:rPr lang="zh-CN" altLang="en-US" sz="1600" dirty="0">
                <a:latin typeface="Times New Roman" panose="02020603050405020304" pitchFamily="18" charset="0"/>
                <a:ea typeface="楷体" panose="02010609060101010101" charset="-122"/>
                <a:cs typeface="Times New Roman" panose="02020603050405020304" pitchFamily="18" charset="0"/>
                <a:sym typeface="+mn-ea"/>
              </a:rPr>
              <a:t>：</a:t>
            </a:r>
            <a:r>
              <a:rPr lang="en-US" altLang="zh-CN" sz="1600" dirty="0">
                <a:latin typeface="Times New Roman" panose="02020603050405020304" pitchFamily="18" charset="0"/>
                <a:ea typeface="楷体" panose="02010609060101010101" charset="-122"/>
                <a:cs typeface="Times New Roman" panose="02020603050405020304" pitchFamily="18" charset="0"/>
                <a:sym typeface="+mn-ea"/>
              </a:rPr>
              <a:t>xxx</a:t>
            </a:r>
            <a:r>
              <a:rPr lang="zh-CN" altLang="en-US" sz="1600" dirty="0">
                <a:latin typeface="Times New Roman" panose="02020603050405020304" pitchFamily="18" charset="0"/>
                <a:ea typeface="楷体" panose="02010609060101010101" charset="-122"/>
                <a:cs typeface="Times New Roman" panose="02020603050405020304" pitchFamily="18" charset="0"/>
                <a:sym typeface="+mn-ea"/>
              </a:rPr>
              <a:t>；</a:t>
            </a:r>
          </a:p>
        </p:txBody>
      </p:sp>
      <p:sp>
        <p:nvSpPr>
          <p:cNvPr id="34" name="文本框 33">
            <a:extLst>
              <a:ext uri="{FF2B5EF4-FFF2-40B4-BE49-F238E27FC236}">
                <a16:creationId xmlns:a16="http://schemas.microsoft.com/office/drawing/2014/main" id="{4FF25E6D-0B0C-0D03-338A-A656F1043379}"/>
              </a:ext>
            </a:extLst>
          </p:cNvPr>
          <p:cNvSpPr txBox="1"/>
          <p:nvPr/>
        </p:nvSpPr>
        <p:spPr>
          <a:xfrm>
            <a:off x="1001454" y="6139017"/>
            <a:ext cx="10996957" cy="405482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marL="285750" indent="-285750" fontAlgn="auto">
              <a:spcAft>
                <a:spcPts val="800"/>
              </a:spcAft>
              <a:buFont typeface="Wingdings" panose="05000000000000000000" charset="0"/>
              <a:buChar char="u"/>
            </a:pPr>
            <a:r>
              <a:rPr lang="en-US" altLang="zh-CN" sz="16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ea typeface="楷体" panose="02010609060101010101" charset="-122"/>
                <a:cs typeface="Times New Roman" panose="02020603050405020304" pitchFamily="18" charset="0"/>
                <a:sym typeface="+mn-ea"/>
              </a:rPr>
              <a:t>xxx</a:t>
            </a:r>
            <a:r>
              <a:rPr lang="zh-CN" altLang="en-US" sz="1600" dirty="0">
                <a:latin typeface="Times New Roman" panose="02020603050405020304" pitchFamily="18" charset="0"/>
                <a:ea typeface="楷体" panose="02010609060101010101" charset="-122"/>
                <a:cs typeface="Times New Roman" panose="02020603050405020304" pitchFamily="18" charset="0"/>
                <a:sym typeface="+mn-ea"/>
              </a:rPr>
              <a:t>：</a:t>
            </a:r>
            <a:r>
              <a:rPr lang="en-US" altLang="zh-CN" sz="1600" dirty="0">
                <a:latin typeface="Times New Roman" panose="02020603050405020304" pitchFamily="18" charset="0"/>
                <a:ea typeface="楷体" panose="02010609060101010101" charset="-122"/>
                <a:cs typeface="Times New Roman" panose="02020603050405020304" pitchFamily="18" charset="0"/>
                <a:sym typeface="+mn-ea"/>
              </a:rPr>
              <a:t>1</a:t>
            </a:r>
            <a:r>
              <a:rPr lang="zh-CN" altLang="en-US" sz="1600" dirty="0">
                <a:latin typeface="Times New Roman" panose="02020603050405020304" pitchFamily="18" charset="0"/>
                <a:ea typeface="楷体" panose="02010609060101010101" charset="-122"/>
                <a:cs typeface="Times New Roman" panose="02020603050405020304" pitchFamily="18" charset="0"/>
                <a:sym typeface="+mn-ea"/>
              </a:rPr>
              <a:t>，</a:t>
            </a:r>
            <a:r>
              <a:rPr lang="en-US" altLang="zh-CN" sz="1600" dirty="0">
                <a:latin typeface="Times New Roman" panose="02020603050405020304" pitchFamily="18" charset="0"/>
                <a:ea typeface="楷体" panose="02010609060101010101" charset="-122"/>
                <a:cs typeface="Times New Roman" panose="02020603050405020304" pitchFamily="18" charset="0"/>
                <a:sym typeface="+mn-ea"/>
              </a:rPr>
              <a:t>2</a:t>
            </a:r>
            <a:r>
              <a:rPr lang="zh-CN" altLang="en-US" sz="1600" dirty="0">
                <a:latin typeface="Times New Roman" panose="02020603050405020304" pitchFamily="18" charset="0"/>
                <a:ea typeface="楷体" panose="02010609060101010101" charset="-122"/>
                <a:cs typeface="Times New Roman" panose="02020603050405020304" pitchFamily="18" charset="0"/>
                <a:sym typeface="+mn-ea"/>
              </a:rPr>
              <a:t>句话总结。</a:t>
            </a:r>
            <a:r>
              <a:rPr lang="en-US" altLang="zh-CN" sz="1600" dirty="0">
                <a:latin typeface="Times New Roman" panose="02020603050405020304" pitchFamily="18" charset="0"/>
                <a:ea typeface="楷体" panose="02010609060101010101" charset="-122"/>
                <a:cs typeface="Times New Roman" panose="02020603050405020304" pitchFamily="18" charset="0"/>
                <a:sym typeface="+mn-ea"/>
              </a:rPr>
              <a:t>xxxxxxxxxxxxxxxxxxxxxxxxxxxxxxxxxxxxxxxxxxxxxxxxxxxxxxxxxxxxxxxxxxxxxxxxxxxxxxx</a:t>
            </a:r>
            <a:endParaRPr lang="zh-CN" altLang="en-US" sz="1600" dirty="0">
              <a:latin typeface="Times New Roman" panose="02020603050405020304" pitchFamily="18" charset="0"/>
              <a:ea typeface="楷体" panose="02010609060101010101" charset="-122"/>
              <a:cs typeface="Times New Roman" panose="02020603050405020304" pitchFamily="18" charset="0"/>
              <a:sym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89772957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advClick="0" advTm="41000"/>
    </mc:Choice>
    <mc:Fallback xmlns="">
      <p:transition advClick="0" advTm="41000"/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6FEDC9-559E-A023-BF9D-61E2DE98C5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644C2ABE-9FF3-CBCD-AFF0-4EA5644E95CF}"/>
              </a:ext>
            </a:extLst>
          </p:cNvPr>
          <p:cNvSpPr txBox="1"/>
          <p:nvPr/>
        </p:nvSpPr>
        <p:spPr>
          <a:xfrm>
            <a:off x="408406" y="116818"/>
            <a:ext cx="9273093" cy="5141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1" algn="l" defTabSz="1088390">
              <a:lnSpc>
                <a:spcPts val="35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Tx/>
              <a:defRPr/>
            </a:pPr>
            <a:r>
              <a:rPr lang="zh-CN" altLang="en-US" sz="2800" b="1" spc="100" dirty="0">
                <a:solidFill>
                  <a:schemeClr val="bg1"/>
                </a:solidFill>
                <a:latin typeface="Times New Roman" panose="02020603050405020304" pitchFamily="18" charset="0"/>
                <a:ea typeface="Microsoft YaHei" panose="020B0503020204020204" charset="-122"/>
                <a:cs typeface="Times New Roman" panose="02020603050405020304" pitchFamily="18" charset="0"/>
                <a:sym typeface="+mn-lt"/>
              </a:rPr>
              <a:t>研究周期与进度安排</a:t>
            </a:r>
            <a:endParaRPr lang="zh-CN" sz="2800" b="1" spc="100" dirty="0">
              <a:solidFill>
                <a:schemeClr val="bg1"/>
              </a:solidFill>
              <a:latin typeface="Times New Roman" panose="02020603050405020304" pitchFamily="18" charset="0"/>
              <a:ea typeface="Microsoft YaHei" panose="020B0503020204020204" charset="-122"/>
              <a:cs typeface="Times New Roman" panose="02020603050405020304" pitchFamily="18" charset="0"/>
              <a:sym typeface="+mn-lt"/>
            </a:endParaRP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A9B2909D-9D85-877A-7A0D-626547AD4FC9}"/>
              </a:ext>
            </a:extLst>
          </p:cNvPr>
          <p:cNvSpPr/>
          <p:nvPr/>
        </p:nvSpPr>
        <p:spPr>
          <a:xfrm>
            <a:off x="704335" y="1705233"/>
            <a:ext cx="6141308" cy="324982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6000" dirty="0"/>
              <a:t>图</a:t>
            </a:r>
            <a:r>
              <a:rPr lang="en-US" altLang="zh-CN" sz="6000" dirty="0"/>
              <a:t>/</a:t>
            </a:r>
            <a:r>
              <a:rPr lang="zh-CN" altLang="en-US" sz="6000" dirty="0"/>
              <a:t>表</a:t>
            </a:r>
          </a:p>
        </p:txBody>
      </p:sp>
      <p:sp>
        <p:nvSpPr>
          <p:cNvPr id="32" name="文本框 31">
            <a:extLst>
              <a:ext uri="{FF2B5EF4-FFF2-40B4-BE49-F238E27FC236}">
                <a16:creationId xmlns:a16="http://schemas.microsoft.com/office/drawing/2014/main" id="{F6065ACE-0467-25E1-4FAB-AAA2185A46CE}"/>
              </a:ext>
            </a:extLst>
          </p:cNvPr>
          <p:cNvSpPr txBox="1"/>
          <p:nvPr/>
        </p:nvSpPr>
        <p:spPr>
          <a:xfrm>
            <a:off x="8303122" y="2622260"/>
            <a:ext cx="3559364" cy="141577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 fontAlgn="auto">
              <a:lnSpc>
                <a:spcPct val="100000"/>
              </a:lnSpc>
              <a:spcAft>
                <a:spcPts val="800"/>
              </a:spcAft>
              <a:buFont typeface="Wingdings" panose="05000000000000000000" charset="0"/>
              <a:buChar char="u"/>
            </a:pPr>
            <a:r>
              <a:rPr lang="en-US" altLang="zh-CN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ea typeface="楷体" panose="02010609060101010101" charset="-122"/>
                <a:cs typeface="Times New Roman" panose="02020603050405020304" pitchFamily="18" charset="0"/>
                <a:sym typeface="+mn-ea"/>
              </a:rPr>
              <a:t>xxx：</a:t>
            </a:r>
            <a:endParaRPr lang="zh-CN" altLang="en-US" dirty="0">
              <a:latin typeface="Times New Roman" panose="02020603050405020304" pitchFamily="18" charset="0"/>
              <a:ea typeface="楷体" panose="02010609060101010101" charset="-122"/>
              <a:cs typeface="Times New Roman" panose="02020603050405020304" pitchFamily="18" charset="0"/>
            </a:endParaRPr>
          </a:p>
          <a:p>
            <a:pPr marL="285750" indent="-285750" fontAlgn="auto">
              <a:spcAft>
                <a:spcPts val="800"/>
              </a:spcAft>
              <a:buFont typeface="Wingdings" panose="05000000000000000000" charset="0"/>
              <a:buChar char="Ø"/>
            </a:pPr>
            <a:r>
              <a:rPr lang="en-US" altLang="zh-CN" sz="1600" u="sng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ea typeface="楷体" panose="02010609060101010101" charset="-122"/>
                <a:cs typeface="Times New Roman" panose="02020603050405020304" pitchFamily="18" charset="0"/>
                <a:sym typeface="+mn-ea"/>
              </a:rPr>
              <a:t>xxx</a:t>
            </a:r>
            <a:r>
              <a:rPr lang="zh-CN" altLang="en-US" sz="1600" dirty="0">
                <a:latin typeface="Times New Roman" panose="02020603050405020304" pitchFamily="18" charset="0"/>
                <a:ea typeface="楷体" panose="02010609060101010101" charset="-122"/>
                <a:cs typeface="Times New Roman" panose="02020603050405020304" pitchFamily="18" charset="0"/>
                <a:sym typeface="+mn-ea"/>
              </a:rPr>
              <a:t>：</a:t>
            </a:r>
            <a:r>
              <a:rPr lang="en-US" altLang="zh-CN" sz="1600" dirty="0">
                <a:latin typeface="Times New Roman" panose="02020603050405020304" pitchFamily="18" charset="0"/>
                <a:ea typeface="楷体" panose="02010609060101010101" charset="-122"/>
                <a:cs typeface="Times New Roman" panose="02020603050405020304" pitchFamily="18" charset="0"/>
                <a:sym typeface="+mn-ea"/>
              </a:rPr>
              <a:t>xxx</a:t>
            </a:r>
            <a:r>
              <a:rPr lang="zh-CN" altLang="en-US" sz="1600" dirty="0">
                <a:latin typeface="Times New Roman" panose="02020603050405020304" pitchFamily="18" charset="0"/>
                <a:ea typeface="楷体" panose="02010609060101010101" charset="-122"/>
                <a:cs typeface="Times New Roman" panose="02020603050405020304" pitchFamily="18" charset="0"/>
                <a:sym typeface="+mn-ea"/>
              </a:rPr>
              <a:t>；</a:t>
            </a:r>
          </a:p>
          <a:p>
            <a:pPr marL="285750" indent="-285750" fontAlgn="auto">
              <a:spcAft>
                <a:spcPts val="800"/>
              </a:spcAft>
              <a:buFont typeface="Wingdings" panose="05000000000000000000" charset="0"/>
              <a:buChar char="Ø"/>
            </a:pPr>
            <a:r>
              <a:rPr lang="en-US" altLang="zh-CN" sz="1600" u="sng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ea typeface="楷体" panose="02010609060101010101" charset="-122"/>
                <a:cs typeface="Times New Roman" panose="02020603050405020304" pitchFamily="18" charset="0"/>
                <a:sym typeface="+mn-ea"/>
              </a:rPr>
              <a:t>xxx</a:t>
            </a:r>
            <a:r>
              <a:rPr lang="zh-CN" altLang="en-US" sz="1600" dirty="0">
                <a:latin typeface="Times New Roman" panose="02020603050405020304" pitchFamily="18" charset="0"/>
                <a:ea typeface="楷体" panose="02010609060101010101" charset="-122"/>
                <a:cs typeface="Times New Roman" panose="02020603050405020304" pitchFamily="18" charset="0"/>
                <a:sym typeface="+mn-ea"/>
              </a:rPr>
              <a:t>：</a:t>
            </a:r>
            <a:r>
              <a:rPr lang="en-US" altLang="zh-CN" sz="1600" dirty="0">
                <a:latin typeface="Times New Roman" panose="02020603050405020304" pitchFamily="18" charset="0"/>
                <a:ea typeface="楷体" panose="02010609060101010101" charset="-122"/>
                <a:cs typeface="Times New Roman" panose="02020603050405020304" pitchFamily="18" charset="0"/>
                <a:sym typeface="+mn-ea"/>
              </a:rPr>
              <a:t>xxx</a:t>
            </a:r>
            <a:r>
              <a:rPr lang="zh-CN" altLang="en-US" sz="1600" dirty="0">
                <a:latin typeface="Times New Roman" panose="02020603050405020304" pitchFamily="18" charset="0"/>
                <a:ea typeface="楷体" panose="02010609060101010101" charset="-122"/>
                <a:cs typeface="Times New Roman" panose="02020603050405020304" pitchFamily="18" charset="0"/>
                <a:sym typeface="+mn-ea"/>
              </a:rPr>
              <a:t>；</a:t>
            </a:r>
            <a:endParaRPr lang="zh-CN" altLang="en-US" sz="1600" u="sng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Times New Roman" panose="02020603050405020304" pitchFamily="18" charset="0"/>
              <a:ea typeface="楷体" panose="02010609060101010101" charset="-122"/>
              <a:cs typeface="Times New Roman" panose="02020603050405020304" pitchFamily="18" charset="0"/>
              <a:sym typeface="+mn-ea"/>
            </a:endParaRPr>
          </a:p>
          <a:p>
            <a:pPr marL="285750" indent="-285750" algn="l" fontAlgn="auto">
              <a:spcAft>
                <a:spcPts val="800"/>
              </a:spcAft>
              <a:buClrTx/>
              <a:buSzTx/>
              <a:buFont typeface="Wingdings" panose="05000000000000000000" charset="0"/>
              <a:buChar char="Ø"/>
            </a:pPr>
            <a:r>
              <a:rPr lang="en-US" altLang="zh-CN" sz="1600" u="sng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ea typeface="楷体" panose="02010609060101010101" charset="-122"/>
                <a:cs typeface="Times New Roman" panose="02020603050405020304" pitchFamily="18" charset="0"/>
                <a:sym typeface="+mn-ea"/>
              </a:rPr>
              <a:t>xxx</a:t>
            </a:r>
            <a:r>
              <a:rPr lang="zh-CN" altLang="en-US" sz="1600" dirty="0">
                <a:latin typeface="Times New Roman" panose="02020603050405020304" pitchFamily="18" charset="0"/>
                <a:ea typeface="楷体" panose="02010609060101010101" charset="-122"/>
                <a:cs typeface="Times New Roman" panose="02020603050405020304" pitchFamily="18" charset="0"/>
                <a:sym typeface="+mn-ea"/>
              </a:rPr>
              <a:t>：</a:t>
            </a:r>
            <a:r>
              <a:rPr lang="en-US" altLang="zh-CN" sz="1600" dirty="0">
                <a:latin typeface="Times New Roman" panose="02020603050405020304" pitchFamily="18" charset="0"/>
                <a:ea typeface="楷体" panose="02010609060101010101" charset="-122"/>
                <a:cs typeface="Times New Roman" panose="02020603050405020304" pitchFamily="18" charset="0"/>
                <a:sym typeface="+mn-ea"/>
              </a:rPr>
              <a:t>xxx</a:t>
            </a:r>
            <a:r>
              <a:rPr lang="zh-CN" altLang="en-US" sz="1600" dirty="0">
                <a:latin typeface="Times New Roman" panose="02020603050405020304" pitchFamily="18" charset="0"/>
                <a:ea typeface="楷体" panose="02010609060101010101" charset="-122"/>
                <a:cs typeface="Times New Roman" panose="02020603050405020304" pitchFamily="18" charset="0"/>
                <a:sym typeface="+mn-ea"/>
              </a:rPr>
              <a:t>；</a:t>
            </a:r>
          </a:p>
        </p:txBody>
      </p:sp>
      <p:sp>
        <p:nvSpPr>
          <p:cNvPr id="34" name="文本框 33">
            <a:extLst>
              <a:ext uri="{FF2B5EF4-FFF2-40B4-BE49-F238E27FC236}">
                <a16:creationId xmlns:a16="http://schemas.microsoft.com/office/drawing/2014/main" id="{540316A8-D9C6-8D68-C9AE-DA39E84B4B0E}"/>
              </a:ext>
            </a:extLst>
          </p:cNvPr>
          <p:cNvSpPr txBox="1"/>
          <p:nvPr/>
        </p:nvSpPr>
        <p:spPr>
          <a:xfrm>
            <a:off x="1001454" y="6139017"/>
            <a:ext cx="10996957" cy="405482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marL="285750" indent="-285750" fontAlgn="auto">
              <a:spcAft>
                <a:spcPts val="800"/>
              </a:spcAft>
              <a:buFont typeface="Wingdings" panose="05000000000000000000" charset="0"/>
              <a:buChar char="u"/>
            </a:pPr>
            <a:r>
              <a:rPr lang="en-US" altLang="zh-CN" sz="16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ea typeface="楷体" panose="02010609060101010101" charset="-122"/>
                <a:cs typeface="Times New Roman" panose="02020603050405020304" pitchFamily="18" charset="0"/>
                <a:sym typeface="+mn-ea"/>
              </a:rPr>
              <a:t>xxx</a:t>
            </a:r>
            <a:r>
              <a:rPr lang="zh-CN" altLang="en-US" sz="1600" dirty="0">
                <a:latin typeface="Times New Roman" panose="02020603050405020304" pitchFamily="18" charset="0"/>
                <a:ea typeface="楷体" panose="02010609060101010101" charset="-122"/>
                <a:cs typeface="Times New Roman" panose="02020603050405020304" pitchFamily="18" charset="0"/>
                <a:sym typeface="+mn-ea"/>
              </a:rPr>
              <a:t>：</a:t>
            </a:r>
            <a:r>
              <a:rPr lang="en-US" altLang="zh-CN" sz="1600" dirty="0">
                <a:latin typeface="Times New Roman" panose="02020603050405020304" pitchFamily="18" charset="0"/>
                <a:ea typeface="楷体" panose="02010609060101010101" charset="-122"/>
                <a:cs typeface="Times New Roman" panose="02020603050405020304" pitchFamily="18" charset="0"/>
                <a:sym typeface="+mn-ea"/>
              </a:rPr>
              <a:t>1</a:t>
            </a:r>
            <a:r>
              <a:rPr lang="zh-CN" altLang="en-US" sz="1600" dirty="0">
                <a:latin typeface="Times New Roman" panose="02020603050405020304" pitchFamily="18" charset="0"/>
                <a:ea typeface="楷体" panose="02010609060101010101" charset="-122"/>
                <a:cs typeface="Times New Roman" panose="02020603050405020304" pitchFamily="18" charset="0"/>
                <a:sym typeface="+mn-ea"/>
              </a:rPr>
              <a:t>，</a:t>
            </a:r>
            <a:r>
              <a:rPr lang="en-US" altLang="zh-CN" sz="1600" dirty="0">
                <a:latin typeface="Times New Roman" panose="02020603050405020304" pitchFamily="18" charset="0"/>
                <a:ea typeface="楷体" panose="02010609060101010101" charset="-122"/>
                <a:cs typeface="Times New Roman" panose="02020603050405020304" pitchFamily="18" charset="0"/>
                <a:sym typeface="+mn-ea"/>
              </a:rPr>
              <a:t>2</a:t>
            </a:r>
            <a:r>
              <a:rPr lang="zh-CN" altLang="en-US" sz="1600" dirty="0">
                <a:latin typeface="Times New Roman" panose="02020603050405020304" pitchFamily="18" charset="0"/>
                <a:ea typeface="楷体" panose="02010609060101010101" charset="-122"/>
                <a:cs typeface="Times New Roman" panose="02020603050405020304" pitchFamily="18" charset="0"/>
                <a:sym typeface="+mn-ea"/>
              </a:rPr>
              <a:t>句话总结。</a:t>
            </a:r>
            <a:r>
              <a:rPr lang="en-US" altLang="zh-CN" sz="1600" dirty="0">
                <a:latin typeface="Times New Roman" panose="02020603050405020304" pitchFamily="18" charset="0"/>
                <a:ea typeface="楷体" panose="02010609060101010101" charset="-122"/>
                <a:cs typeface="Times New Roman" panose="02020603050405020304" pitchFamily="18" charset="0"/>
                <a:sym typeface="+mn-ea"/>
              </a:rPr>
              <a:t>xxxxxxxxxxxxxxxxxxxxxxxxxxxxxxxxxxxxxxxxxxxxxxxxxxxxxxxxxxxxxxxxxxxxxxxxxxxxxxx</a:t>
            </a:r>
            <a:endParaRPr lang="zh-CN" altLang="en-US" sz="1600" dirty="0">
              <a:latin typeface="Times New Roman" panose="02020603050405020304" pitchFamily="18" charset="0"/>
              <a:ea typeface="楷体" panose="02010609060101010101" charset="-122"/>
              <a:cs typeface="Times New Roman" panose="02020603050405020304" pitchFamily="18" charset="0"/>
              <a:sym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421758533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advClick="0" advTm="41000"/>
    </mc:Choice>
    <mc:Fallback xmlns="">
      <p:transition advClick="0" advTm="41000"/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DE6896-CF1E-8F9F-83CF-236DE9AD97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16F565E4-75E9-7A52-2641-0B2F47D406C9}"/>
              </a:ext>
            </a:extLst>
          </p:cNvPr>
          <p:cNvSpPr txBox="1"/>
          <p:nvPr/>
        </p:nvSpPr>
        <p:spPr>
          <a:xfrm>
            <a:off x="408406" y="116818"/>
            <a:ext cx="9273093" cy="5141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lvl="1" algn="l" defTabSz="1088390">
              <a:lnSpc>
                <a:spcPts val="35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Tx/>
              <a:defRPr/>
            </a:pPr>
            <a:r>
              <a:rPr lang="zh-CN" altLang="en-US" sz="2800" b="1" spc="100" dirty="0">
                <a:solidFill>
                  <a:schemeClr val="bg1"/>
                </a:solidFill>
                <a:latin typeface="Times New Roman" panose="02020603050405020304" pitchFamily="18" charset="0"/>
                <a:ea typeface="Microsoft YaHei" panose="020B0503020204020204" charset="-122"/>
                <a:cs typeface="Times New Roman" panose="02020603050405020304" pitchFamily="18" charset="0"/>
                <a:sym typeface="+mn-lt"/>
              </a:rPr>
              <a:t>经费预算</a:t>
            </a:r>
            <a:endParaRPr lang="zh-CN" sz="2800" b="1" spc="100" dirty="0">
              <a:solidFill>
                <a:schemeClr val="bg1"/>
              </a:solidFill>
              <a:latin typeface="Times New Roman" panose="02020603050405020304" pitchFamily="18" charset="0"/>
              <a:ea typeface="Microsoft YaHei" panose="020B0503020204020204" charset="-122"/>
              <a:cs typeface="Times New Roman" panose="02020603050405020304" pitchFamily="18" charset="0"/>
              <a:sym typeface="+mn-lt"/>
            </a:endParaRP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FFC26589-1D4F-E781-B27F-70696A053941}"/>
              </a:ext>
            </a:extLst>
          </p:cNvPr>
          <p:cNvSpPr/>
          <p:nvPr/>
        </p:nvSpPr>
        <p:spPr>
          <a:xfrm>
            <a:off x="704335" y="1705233"/>
            <a:ext cx="6141308" cy="324982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6000" dirty="0"/>
              <a:t>图</a:t>
            </a:r>
            <a:r>
              <a:rPr lang="en-US" altLang="zh-CN" sz="6000" dirty="0"/>
              <a:t>/</a:t>
            </a:r>
            <a:r>
              <a:rPr lang="zh-CN" altLang="en-US" sz="6000" dirty="0"/>
              <a:t>表</a:t>
            </a:r>
          </a:p>
        </p:txBody>
      </p:sp>
      <p:sp>
        <p:nvSpPr>
          <p:cNvPr id="32" name="文本框 31">
            <a:extLst>
              <a:ext uri="{FF2B5EF4-FFF2-40B4-BE49-F238E27FC236}">
                <a16:creationId xmlns:a16="http://schemas.microsoft.com/office/drawing/2014/main" id="{3008D401-3E7A-12F1-8D2D-15610C3C542E}"/>
              </a:ext>
            </a:extLst>
          </p:cNvPr>
          <p:cNvSpPr txBox="1"/>
          <p:nvPr/>
        </p:nvSpPr>
        <p:spPr>
          <a:xfrm>
            <a:off x="8303122" y="2622260"/>
            <a:ext cx="3559364" cy="141577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 fontAlgn="auto">
              <a:lnSpc>
                <a:spcPct val="100000"/>
              </a:lnSpc>
              <a:spcAft>
                <a:spcPts val="800"/>
              </a:spcAft>
              <a:buFont typeface="Wingdings" panose="05000000000000000000" charset="0"/>
              <a:buChar char="u"/>
            </a:pPr>
            <a:r>
              <a:rPr lang="en-US" altLang="zh-CN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ea typeface="楷体" panose="02010609060101010101" charset="-122"/>
                <a:cs typeface="Times New Roman" panose="02020603050405020304" pitchFamily="18" charset="0"/>
                <a:sym typeface="+mn-ea"/>
              </a:rPr>
              <a:t>xxx：</a:t>
            </a:r>
            <a:endParaRPr lang="zh-CN" altLang="en-US" dirty="0">
              <a:latin typeface="Times New Roman" panose="02020603050405020304" pitchFamily="18" charset="0"/>
              <a:ea typeface="楷体" panose="02010609060101010101" charset="-122"/>
              <a:cs typeface="Times New Roman" panose="02020603050405020304" pitchFamily="18" charset="0"/>
            </a:endParaRPr>
          </a:p>
          <a:p>
            <a:pPr marL="285750" indent="-285750" fontAlgn="auto">
              <a:spcAft>
                <a:spcPts val="800"/>
              </a:spcAft>
              <a:buFont typeface="Wingdings" panose="05000000000000000000" charset="0"/>
              <a:buChar char="Ø"/>
            </a:pPr>
            <a:r>
              <a:rPr lang="en-US" altLang="zh-CN" sz="1600" u="sng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ea typeface="楷体" panose="02010609060101010101" charset="-122"/>
                <a:cs typeface="Times New Roman" panose="02020603050405020304" pitchFamily="18" charset="0"/>
                <a:sym typeface="+mn-ea"/>
              </a:rPr>
              <a:t>xxx</a:t>
            </a:r>
            <a:r>
              <a:rPr lang="zh-CN" altLang="en-US" sz="1600" dirty="0">
                <a:latin typeface="Times New Roman" panose="02020603050405020304" pitchFamily="18" charset="0"/>
                <a:ea typeface="楷体" panose="02010609060101010101" charset="-122"/>
                <a:cs typeface="Times New Roman" panose="02020603050405020304" pitchFamily="18" charset="0"/>
                <a:sym typeface="+mn-ea"/>
              </a:rPr>
              <a:t>：</a:t>
            </a:r>
            <a:r>
              <a:rPr lang="en-US" altLang="zh-CN" sz="1600" dirty="0">
                <a:latin typeface="Times New Roman" panose="02020603050405020304" pitchFamily="18" charset="0"/>
                <a:ea typeface="楷体" panose="02010609060101010101" charset="-122"/>
                <a:cs typeface="Times New Roman" panose="02020603050405020304" pitchFamily="18" charset="0"/>
                <a:sym typeface="+mn-ea"/>
              </a:rPr>
              <a:t>xxx</a:t>
            </a:r>
            <a:r>
              <a:rPr lang="zh-CN" altLang="en-US" sz="1600" dirty="0">
                <a:latin typeface="Times New Roman" panose="02020603050405020304" pitchFamily="18" charset="0"/>
                <a:ea typeface="楷体" panose="02010609060101010101" charset="-122"/>
                <a:cs typeface="Times New Roman" panose="02020603050405020304" pitchFamily="18" charset="0"/>
                <a:sym typeface="+mn-ea"/>
              </a:rPr>
              <a:t>；</a:t>
            </a:r>
          </a:p>
          <a:p>
            <a:pPr marL="285750" indent="-285750" fontAlgn="auto">
              <a:spcAft>
                <a:spcPts val="800"/>
              </a:spcAft>
              <a:buFont typeface="Wingdings" panose="05000000000000000000" charset="0"/>
              <a:buChar char="Ø"/>
            </a:pPr>
            <a:r>
              <a:rPr lang="en-US" altLang="zh-CN" sz="1600" u="sng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ea typeface="楷体" panose="02010609060101010101" charset="-122"/>
                <a:cs typeface="Times New Roman" panose="02020603050405020304" pitchFamily="18" charset="0"/>
                <a:sym typeface="+mn-ea"/>
              </a:rPr>
              <a:t>xxx</a:t>
            </a:r>
            <a:r>
              <a:rPr lang="zh-CN" altLang="en-US" sz="1600" dirty="0">
                <a:latin typeface="Times New Roman" panose="02020603050405020304" pitchFamily="18" charset="0"/>
                <a:ea typeface="楷体" panose="02010609060101010101" charset="-122"/>
                <a:cs typeface="Times New Roman" panose="02020603050405020304" pitchFamily="18" charset="0"/>
                <a:sym typeface="+mn-ea"/>
              </a:rPr>
              <a:t>：</a:t>
            </a:r>
            <a:r>
              <a:rPr lang="en-US" altLang="zh-CN" sz="1600" dirty="0">
                <a:latin typeface="Times New Roman" panose="02020603050405020304" pitchFamily="18" charset="0"/>
                <a:ea typeface="楷体" panose="02010609060101010101" charset="-122"/>
                <a:cs typeface="Times New Roman" panose="02020603050405020304" pitchFamily="18" charset="0"/>
                <a:sym typeface="+mn-ea"/>
              </a:rPr>
              <a:t>xxx</a:t>
            </a:r>
            <a:r>
              <a:rPr lang="zh-CN" altLang="en-US" sz="1600" dirty="0">
                <a:latin typeface="Times New Roman" panose="02020603050405020304" pitchFamily="18" charset="0"/>
                <a:ea typeface="楷体" panose="02010609060101010101" charset="-122"/>
                <a:cs typeface="Times New Roman" panose="02020603050405020304" pitchFamily="18" charset="0"/>
                <a:sym typeface="+mn-ea"/>
              </a:rPr>
              <a:t>；</a:t>
            </a:r>
            <a:endParaRPr lang="zh-CN" altLang="en-US" sz="1600" u="sng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Times New Roman" panose="02020603050405020304" pitchFamily="18" charset="0"/>
              <a:ea typeface="楷体" panose="02010609060101010101" charset="-122"/>
              <a:cs typeface="Times New Roman" panose="02020603050405020304" pitchFamily="18" charset="0"/>
              <a:sym typeface="+mn-ea"/>
            </a:endParaRPr>
          </a:p>
          <a:p>
            <a:pPr marL="285750" indent="-285750" algn="l" fontAlgn="auto">
              <a:spcAft>
                <a:spcPts val="800"/>
              </a:spcAft>
              <a:buClrTx/>
              <a:buSzTx/>
              <a:buFont typeface="Wingdings" panose="05000000000000000000" charset="0"/>
              <a:buChar char="Ø"/>
            </a:pPr>
            <a:r>
              <a:rPr lang="en-US" altLang="zh-CN" sz="1600" u="sng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ea typeface="楷体" panose="02010609060101010101" charset="-122"/>
                <a:cs typeface="Times New Roman" panose="02020603050405020304" pitchFamily="18" charset="0"/>
                <a:sym typeface="+mn-ea"/>
              </a:rPr>
              <a:t>xxx</a:t>
            </a:r>
            <a:r>
              <a:rPr lang="zh-CN" altLang="en-US" sz="1600" dirty="0">
                <a:latin typeface="Times New Roman" panose="02020603050405020304" pitchFamily="18" charset="0"/>
                <a:ea typeface="楷体" panose="02010609060101010101" charset="-122"/>
                <a:cs typeface="Times New Roman" panose="02020603050405020304" pitchFamily="18" charset="0"/>
                <a:sym typeface="+mn-ea"/>
              </a:rPr>
              <a:t>：</a:t>
            </a:r>
            <a:r>
              <a:rPr lang="en-US" altLang="zh-CN" sz="1600" dirty="0">
                <a:latin typeface="Times New Roman" panose="02020603050405020304" pitchFamily="18" charset="0"/>
                <a:ea typeface="楷体" panose="02010609060101010101" charset="-122"/>
                <a:cs typeface="Times New Roman" panose="02020603050405020304" pitchFamily="18" charset="0"/>
                <a:sym typeface="+mn-ea"/>
              </a:rPr>
              <a:t>xxx</a:t>
            </a:r>
            <a:r>
              <a:rPr lang="zh-CN" altLang="en-US" sz="1600" dirty="0">
                <a:latin typeface="Times New Roman" panose="02020603050405020304" pitchFamily="18" charset="0"/>
                <a:ea typeface="楷体" panose="02010609060101010101" charset="-122"/>
                <a:cs typeface="Times New Roman" panose="02020603050405020304" pitchFamily="18" charset="0"/>
                <a:sym typeface="+mn-ea"/>
              </a:rPr>
              <a:t>；</a:t>
            </a:r>
          </a:p>
        </p:txBody>
      </p:sp>
      <p:sp>
        <p:nvSpPr>
          <p:cNvPr id="34" name="文本框 33">
            <a:extLst>
              <a:ext uri="{FF2B5EF4-FFF2-40B4-BE49-F238E27FC236}">
                <a16:creationId xmlns:a16="http://schemas.microsoft.com/office/drawing/2014/main" id="{A202FC95-E313-4A23-B59E-A7C52AD074A2}"/>
              </a:ext>
            </a:extLst>
          </p:cNvPr>
          <p:cNvSpPr txBox="1"/>
          <p:nvPr/>
        </p:nvSpPr>
        <p:spPr>
          <a:xfrm>
            <a:off x="1001454" y="6139017"/>
            <a:ext cx="10996957" cy="405482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marL="285750" indent="-285750" fontAlgn="auto">
              <a:spcAft>
                <a:spcPts val="800"/>
              </a:spcAft>
              <a:buFont typeface="Wingdings" panose="05000000000000000000" charset="0"/>
              <a:buChar char="u"/>
            </a:pPr>
            <a:r>
              <a:rPr lang="en-US" altLang="zh-CN" sz="16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ea typeface="楷体" panose="02010609060101010101" charset="-122"/>
                <a:cs typeface="Times New Roman" panose="02020603050405020304" pitchFamily="18" charset="0"/>
                <a:sym typeface="+mn-ea"/>
              </a:rPr>
              <a:t>xxx</a:t>
            </a:r>
            <a:r>
              <a:rPr lang="zh-CN" altLang="en-US" sz="1600" dirty="0">
                <a:latin typeface="Times New Roman" panose="02020603050405020304" pitchFamily="18" charset="0"/>
                <a:ea typeface="楷体" panose="02010609060101010101" charset="-122"/>
                <a:cs typeface="Times New Roman" panose="02020603050405020304" pitchFamily="18" charset="0"/>
                <a:sym typeface="+mn-ea"/>
              </a:rPr>
              <a:t>：</a:t>
            </a:r>
            <a:r>
              <a:rPr lang="en-US" altLang="zh-CN" sz="1600" dirty="0">
                <a:latin typeface="Times New Roman" panose="02020603050405020304" pitchFamily="18" charset="0"/>
                <a:ea typeface="楷体" panose="02010609060101010101" charset="-122"/>
                <a:cs typeface="Times New Roman" panose="02020603050405020304" pitchFamily="18" charset="0"/>
                <a:sym typeface="+mn-ea"/>
              </a:rPr>
              <a:t>1</a:t>
            </a:r>
            <a:r>
              <a:rPr lang="zh-CN" altLang="en-US" sz="1600" dirty="0">
                <a:latin typeface="Times New Roman" panose="02020603050405020304" pitchFamily="18" charset="0"/>
                <a:ea typeface="楷体" panose="02010609060101010101" charset="-122"/>
                <a:cs typeface="Times New Roman" panose="02020603050405020304" pitchFamily="18" charset="0"/>
                <a:sym typeface="+mn-ea"/>
              </a:rPr>
              <a:t>，</a:t>
            </a:r>
            <a:r>
              <a:rPr lang="en-US" altLang="zh-CN" sz="1600" dirty="0">
                <a:latin typeface="Times New Roman" panose="02020603050405020304" pitchFamily="18" charset="0"/>
                <a:ea typeface="楷体" panose="02010609060101010101" charset="-122"/>
                <a:cs typeface="Times New Roman" panose="02020603050405020304" pitchFamily="18" charset="0"/>
                <a:sym typeface="+mn-ea"/>
              </a:rPr>
              <a:t>2</a:t>
            </a:r>
            <a:r>
              <a:rPr lang="zh-CN" altLang="en-US" sz="1600" dirty="0">
                <a:latin typeface="Times New Roman" panose="02020603050405020304" pitchFamily="18" charset="0"/>
                <a:ea typeface="楷体" panose="02010609060101010101" charset="-122"/>
                <a:cs typeface="Times New Roman" panose="02020603050405020304" pitchFamily="18" charset="0"/>
                <a:sym typeface="+mn-ea"/>
              </a:rPr>
              <a:t>句话总结。</a:t>
            </a:r>
            <a:r>
              <a:rPr lang="en-US" altLang="zh-CN" sz="1600" dirty="0">
                <a:latin typeface="Times New Roman" panose="02020603050405020304" pitchFamily="18" charset="0"/>
                <a:ea typeface="楷体" panose="02010609060101010101" charset="-122"/>
                <a:cs typeface="Times New Roman" panose="02020603050405020304" pitchFamily="18" charset="0"/>
                <a:sym typeface="+mn-ea"/>
              </a:rPr>
              <a:t>xxxxxxxxxxxxxxxxxxxxxxxxxxxxxxxxxxxxxxxxxxxxxxxxxxxxxxxxxxxxxxxxxxxxxxxxxxxxxxx</a:t>
            </a:r>
            <a:endParaRPr lang="zh-CN" altLang="en-US" sz="1600" dirty="0">
              <a:latin typeface="Times New Roman" panose="02020603050405020304" pitchFamily="18" charset="0"/>
              <a:ea typeface="楷体" panose="02010609060101010101" charset="-122"/>
              <a:cs typeface="Times New Roman" panose="02020603050405020304" pitchFamily="18" charset="0"/>
              <a:sym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243111707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advClick="0" advTm="41000"/>
    </mc:Choice>
    <mc:Fallback xmlns="">
      <p:transition advClick="0" advTm="41000"/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zh-CN" altLang="en-US"/>
              <a:t>结束语</a:t>
            </a:r>
          </a:p>
        </p:txBody>
      </p:sp>
      <p:sp>
        <p:nvSpPr>
          <p:cNvPr id="7" name="文本框 6"/>
          <p:cNvSpPr txBox="1"/>
          <p:nvPr/>
        </p:nvSpPr>
        <p:spPr>
          <a:xfrm>
            <a:off x="1704340" y="1515110"/>
            <a:ext cx="8783955" cy="11988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indent="636270" fontAlgn="auto">
              <a:lnSpc>
                <a:spcPct val="100000"/>
              </a:lnSpc>
              <a:spcAft>
                <a:spcPts val="800"/>
              </a:spcAft>
              <a:buNone/>
            </a:pPr>
            <a:r>
              <a:rPr lang="zh-CN" altLang="en-US" sz="2400" b="1" dirty="0">
                <a:latin typeface="楷体" panose="02010609060101010101" charset="-122"/>
                <a:ea typeface="楷体" panose="02010609060101010101" charset="-122"/>
                <a:cs typeface="楷体" panose="02010609060101010101" charset="-122"/>
                <a:sym typeface="+mn-ea"/>
              </a:rPr>
              <a:t>软件所在编译领域具有长期的技术积累和丰富的产品研发经验；在质量保证和国产化方面，已形成覆盖技术、人力、方法和工具的综合保障能力；具备</a:t>
            </a:r>
            <a:r>
              <a:rPr lang="en-US" altLang="zh-CN" sz="2400" b="1" dirty="0">
                <a:latin typeface="楷体" panose="02010609060101010101" charset="-122"/>
                <a:ea typeface="楷体" panose="02010609060101010101" charset="-122"/>
                <a:cs typeface="楷体" panose="02010609060101010101" charset="-122"/>
                <a:sym typeface="+mn-ea"/>
              </a:rPr>
              <a:t>xxx</a:t>
            </a:r>
            <a:r>
              <a:rPr lang="zh-CN" altLang="en-US" sz="2400" b="1" dirty="0">
                <a:latin typeface="楷体" panose="02010609060101010101" charset="-122"/>
                <a:ea typeface="楷体" panose="02010609060101010101" charset="-122"/>
                <a:cs typeface="楷体" panose="02010609060101010101" charset="-122"/>
                <a:sym typeface="+mn-ea"/>
              </a:rPr>
              <a:t>的研制能力。</a:t>
            </a:r>
          </a:p>
        </p:txBody>
      </p:sp>
      <p:sp>
        <p:nvSpPr>
          <p:cNvPr id="4" name="文本框 3"/>
          <p:cNvSpPr txBox="1"/>
          <p:nvPr/>
        </p:nvSpPr>
        <p:spPr>
          <a:xfrm>
            <a:off x="420370" y="4025900"/>
            <a:ext cx="11350625" cy="66548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 algn="ctr"/>
            <a:r>
              <a:rPr lang="zh-CN" altLang="en-US" sz="3600">
                <a:latin typeface="华文中宋" panose="02010600040101010101" charset="-122"/>
                <a:ea typeface="华文中宋" panose="02010600040101010101" charset="-122"/>
              </a:rPr>
              <a:t>感谢各位评审专家！</a:t>
            </a:r>
          </a:p>
        </p:txBody>
      </p:sp>
      <p:pic>
        <p:nvPicPr>
          <p:cNvPr id="5" name="图片 4" descr="软件研究所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79365" y="5048250"/>
            <a:ext cx="2032000" cy="61849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advClick="0" advTm="45000"/>
    </mc:Choice>
    <mc:Fallback xmlns="">
      <p:transition advClick="0" advTm="45000"/>
    </mc:Fallback>
  </mc:AlternateContent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PP_MARK_KEY" val="6b8c28f1-32b8-4aa8-96da-43aa9b7e5b72"/>
  <p:tag name="COMMONDATA" val="eyJoZGlkIjoiNmUzMmFlN2I0ZmZmNjgzOTM0YWFiYTlkYjg4MzA0NGMifQ=="/>
</p:tagLst>
</file>

<file path=ppt/theme/theme1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DengXian Light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DengXian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DengXian Light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DengXian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325</TotalTime>
  <Words>586</Words>
  <Application>Microsoft Office PowerPoint</Application>
  <PresentationFormat>宽屏</PresentationFormat>
  <Paragraphs>104</Paragraphs>
  <Slides>16</Slides>
  <Notes>14</Notes>
  <HiddenSlides>0</HiddenSlides>
  <MMClips>0</MMClips>
  <ScaleCrop>false</ScaleCrop>
  <HeadingPairs>
    <vt:vector size="6" baseType="variant">
      <vt:variant>
        <vt:lpstr>已用的字体</vt:lpstr>
      </vt:variant>
      <vt:variant>
        <vt:i4>8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16</vt:i4>
      </vt:variant>
    </vt:vector>
  </HeadingPairs>
  <TitlesOfParts>
    <vt:vector size="25" baseType="lpstr">
      <vt:lpstr>DengXian</vt:lpstr>
      <vt:lpstr>DengXian Light</vt:lpstr>
      <vt:lpstr>华文中宋</vt:lpstr>
      <vt:lpstr>楷体</vt:lpstr>
      <vt:lpstr>Arial</vt:lpstr>
      <vt:lpstr>Calibri</vt:lpstr>
      <vt:lpstr>Times New Roman</vt:lpstr>
      <vt:lpstr>Wingdings</vt:lpstr>
      <vt:lpstr>Office 主题</vt:lpstr>
      <vt:lpstr>主题xxx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结束语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笔记本电脑市场调研</dc:title>
  <dc:creator>Microsoft Office 用户</dc:creator>
  <cp:lastModifiedBy>竞舸 冯</cp:lastModifiedBy>
  <cp:revision>478</cp:revision>
  <dcterms:created xsi:type="dcterms:W3CDTF">2026-09-13T03:39:58Z</dcterms:created>
  <dcterms:modified xsi:type="dcterms:W3CDTF">2026-10-12T11:07:38Z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3FA9D6D6929AACE552A9A46A339C7C67_43</vt:lpwstr>
  </property>
  <property fmtid="{D5CDD505-2E9C-101B-9397-08002B2CF9AE}" pid="3" name="KSOProductBuildVer">
    <vt:lpwstr>1033-12.1.28496.28496</vt:lpwstr>
  </property>
</Properties>
</file>